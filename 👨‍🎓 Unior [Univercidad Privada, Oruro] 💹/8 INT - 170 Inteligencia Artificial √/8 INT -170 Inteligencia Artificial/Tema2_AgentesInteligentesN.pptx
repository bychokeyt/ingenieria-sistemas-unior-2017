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63" r:id="rId3"/>
    <p:sldId id="291" r:id="rId4"/>
    <p:sldId id="297" r:id="rId5"/>
    <p:sldId id="298" r:id="rId6"/>
    <p:sldId id="299" r:id="rId7"/>
    <p:sldId id="295" r:id="rId8"/>
    <p:sldId id="296" r:id="rId9"/>
    <p:sldId id="287" r:id="rId10"/>
    <p:sldId id="290" r:id="rId11"/>
    <p:sldId id="288" r:id="rId12"/>
    <p:sldId id="289" r:id="rId13"/>
    <p:sldId id="286" r:id="rId14"/>
    <p:sldId id="300" r:id="rId15"/>
    <p:sldId id="292" r:id="rId16"/>
    <p:sldId id="293" r:id="rId17"/>
    <p:sldId id="294" r:id="rId18"/>
  </p:sldIdLst>
  <p:sldSz cx="9144000" cy="6858000" type="screen4x3"/>
  <p:notesSz cx="6858000" cy="9144000"/>
  <p:defaultTextStyle>
    <a:defPPr>
      <a:defRPr lang="es-ES_trad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14" y="4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D34ED6-0187-4B35-9457-EBE34AA7689C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B25CA13A-414B-4CFB-8D98-883EF2C6DF44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es-ES" dirty="0" smtClean="0"/>
            <a:t>Observable</a:t>
          </a:r>
          <a:endParaRPr lang="es-ES" dirty="0"/>
        </a:p>
      </dgm:t>
    </dgm:pt>
    <dgm:pt modelId="{D42F6207-BD11-4C81-9AAE-9F0D959BD517}" type="parTrans" cxnId="{3A029E63-A0F9-4399-9916-88433B65AD8E}">
      <dgm:prSet/>
      <dgm:spPr/>
      <dgm:t>
        <a:bodyPr/>
        <a:lstStyle/>
        <a:p>
          <a:endParaRPr lang="es-ES"/>
        </a:p>
      </dgm:t>
    </dgm:pt>
    <dgm:pt modelId="{26AF1118-09FA-4EE1-9F89-66CE3927297B}" type="sibTrans" cxnId="{3A029E63-A0F9-4399-9916-88433B65AD8E}">
      <dgm:prSet/>
      <dgm:spPr/>
      <dgm:t>
        <a:bodyPr/>
        <a:lstStyle/>
        <a:p>
          <a:endParaRPr lang="es-ES"/>
        </a:p>
      </dgm:t>
    </dgm:pt>
    <dgm:pt modelId="{80614B15-8E21-487D-9B05-5489EF7B8706}">
      <dgm:prSet phldrT="[Texto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Totalmente</a:t>
          </a:r>
          <a:endParaRPr lang="es-ES" dirty="0"/>
        </a:p>
      </dgm:t>
    </dgm:pt>
    <dgm:pt modelId="{5E056CBE-E8E8-4D9A-88E1-F5911BE459E6}" type="parTrans" cxnId="{55B7B48C-7868-4C45-899D-F0287B290E4A}">
      <dgm:prSet/>
      <dgm:spPr/>
      <dgm:t>
        <a:bodyPr/>
        <a:lstStyle/>
        <a:p>
          <a:endParaRPr lang="es-ES"/>
        </a:p>
      </dgm:t>
    </dgm:pt>
    <dgm:pt modelId="{FADB177E-4E6F-4389-B977-2CFFB63A6AFE}" type="sibTrans" cxnId="{55B7B48C-7868-4C45-899D-F0287B290E4A}">
      <dgm:prSet/>
      <dgm:spPr/>
      <dgm:t>
        <a:bodyPr/>
        <a:lstStyle/>
        <a:p>
          <a:endParaRPr lang="es-ES"/>
        </a:p>
      </dgm:t>
    </dgm:pt>
    <dgm:pt modelId="{04C6CA50-F9F0-4941-8D73-96E66D1B5340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Parcialmente</a:t>
          </a:r>
          <a:endParaRPr lang="es-ES" dirty="0"/>
        </a:p>
      </dgm:t>
    </dgm:pt>
    <dgm:pt modelId="{EEE2EA38-D2AD-4BBC-9B48-AF8E3B99D1BC}" type="parTrans" cxnId="{C8C60550-7C4B-4572-AEAB-95B774EFD688}">
      <dgm:prSet/>
      <dgm:spPr/>
      <dgm:t>
        <a:bodyPr/>
        <a:lstStyle/>
        <a:p>
          <a:endParaRPr lang="es-ES"/>
        </a:p>
      </dgm:t>
    </dgm:pt>
    <dgm:pt modelId="{3A99E99B-F2F6-4D4A-AED6-5D462F5220ED}" type="sibTrans" cxnId="{C8C60550-7C4B-4572-AEAB-95B774EFD688}">
      <dgm:prSet/>
      <dgm:spPr/>
      <dgm:t>
        <a:bodyPr/>
        <a:lstStyle/>
        <a:p>
          <a:endParaRPr lang="es-ES"/>
        </a:p>
      </dgm:t>
    </dgm:pt>
    <dgm:pt modelId="{41036EB3-25D5-4570-BC2C-D26483D2DDE9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es-ES" dirty="0" smtClean="0"/>
            <a:t>Siguiente estado</a:t>
          </a:r>
          <a:endParaRPr lang="es-ES" dirty="0"/>
        </a:p>
      </dgm:t>
    </dgm:pt>
    <dgm:pt modelId="{C0062339-CF04-4BF5-B6A0-3FAEA3FACCCE}" type="parTrans" cxnId="{FCC317D6-D579-4863-96E7-720B5155E42A}">
      <dgm:prSet/>
      <dgm:spPr/>
      <dgm:t>
        <a:bodyPr/>
        <a:lstStyle/>
        <a:p>
          <a:endParaRPr lang="es-ES"/>
        </a:p>
      </dgm:t>
    </dgm:pt>
    <dgm:pt modelId="{F06CCB93-F465-4895-8C8E-799E8BDC2999}" type="sibTrans" cxnId="{FCC317D6-D579-4863-96E7-720B5155E42A}">
      <dgm:prSet/>
      <dgm:spPr/>
      <dgm:t>
        <a:bodyPr/>
        <a:lstStyle/>
        <a:p>
          <a:endParaRPr lang="es-ES"/>
        </a:p>
      </dgm:t>
    </dgm:pt>
    <dgm:pt modelId="{771AA8CA-059E-4E2F-8454-BB4B838ACE04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Determinista</a:t>
          </a:r>
          <a:endParaRPr lang="es-ES" dirty="0"/>
        </a:p>
      </dgm:t>
    </dgm:pt>
    <dgm:pt modelId="{B9D71A4A-30DA-44D9-974C-8966ED5885E1}" type="parTrans" cxnId="{67B75F29-8270-4BAA-B5E2-7ADA055944B1}">
      <dgm:prSet/>
      <dgm:spPr/>
      <dgm:t>
        <a:bodyPr/>
        <a:lstStyle/>
        <a:p>
          <a:endParaRPr lang="es-ES"/>
        </a:p>
      </dgm:t>
    </dgm:pt>
    <dgm:pt modelId="{5F7D957A-1B9C-4455-BEE6-6EC075FD998D}" type="sibTrans" cxnId="{67B75F29-8270-4BAA-B5E2-7ADA055944B1}">
      <dgm:prSet/>
      <dgm:spPr/>
      <dgm:t>
        <a:bodyPr/>
        <a:lstStyle/>
        <a:p>
          <a:endParaRPr lang="es-ES"/>
        </a:p>
      </dgm:t>
    </dgm:pt>
    <dgm:pt modelId="{AB0BA70F-8468-4E02-BE92-ED212A16BC8F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err="1" smtClean="0"/>
            <a:t>Estocastico</a:t>
          </a:r>
          <a:endParaRPr lang="es-ES" dirty="0"/>
        </a:p>
      </dgm:t>
    </dgm:pt>
    <dgm:pt modelId="{F28F5819-2876-4722-A0E8-04D3C851BA1B}" type="parTrans" cxnId="{9D0B6FB9-060E-4F84-8B8E-ADCEC3C7359D}">
      <dgm:prSet/>
      <dgm:spPr/>
      <dgm:t>
        <a:bodyPr/>
        <a:lstStyle/>
        <a:p>
          <a:endParaRPr lang="es-ES"/>
        </a:p>
      </dgm:t>
    </dgm:pt>
    <dgm:pt modelId="{6B417E0C-A5FF-477A-8634-1A07B81E99A0}" type="sibTrans" cxnId="{9D0B6FB9-060E-4F84-8B8E-ADCEC3C7359D}">
      <dgm:prSet/>
      <dgm:spPr/>
      <dgm:t>
        <a:bodyPr/>
        <a:lstStyle/>
        <a:p>
          <a:endParaRPr lang="es-ES"/>
        </a:p>
      </dgm:t>
    </dgm:pt>
    <dgm:pt modelId="{2B944F67-79E6-4367-8107-285C4E5554B6}" type="pres">
      <dgm:prSet presAssocID="{CCD34ED6-0187-4B35-9457-EBE34AA7689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292B6797-F712-48BA-9AEB-73CA2FEF5FCE}" type="pres">
      <dgm:prSet presAssocID="{B25CA13A-414B-4CFB-8D98-883EF2C6DF44}" presName="root" presStyleCnt="0"/>
      <dgm:spPr/>
    </dgm:pt>
    <dgm:pt modelId="{1A201EC7-FA02-4710-BF0E-B4BFC1BF1ECC}" type="pres">
      <dgm:prSet presAssocID="{B25CA13A-414B-4CFB-8D98-883EF2C6DF44}" presName="rootComposite" presStyleCnt="0"/>
      <dgm:spPr/>
    </dgm:pt>
    <dgm:pt modelId="{B48C7510-3E59-4037-8310-1B099D29B616}" type="pres">
      <dgm:prSet presAssocID="{B25CA13A-414B-4CFB-8D98-883EF2C6DF44}" presName="rootText" presStyleLbl="node1" presStyleIdx="0" presStyleCnt="2"/>
      <dgm:spPr/>
      <dgm:t>
        <a:bodyPr/>
        <a:lstStyle/>
        <a:p>
          <a:endParaRPr lang="es-ES"/>
        </a:p>
      </dgm:t>
    </dgm:pt>
    <dgm:pt modelId="{46FCA13F-6330-4294-940A-9CFA6A6EC877}" type="pres">
      <dgm:prSet presAssocID="{B25CA13A-414B-4CFB-8D98-883EF2C6DF44}" presName="rootConnector" presStyleLbl="node1" presStyleIdx="0" presStyleCnt="2"/>
      <dgm:spPr/>
      <dgm:t>
        <a:bodyPr/>
        <a:lstStyle/>
        <a:p>
          <a:endParaRPr lang="es-ES"/>
        </a:p>
      </dgm:t>
    </dgm:pt>
    <dgm:pt modelId="{64F51123-F9C3-4183-8C97-9C9C4E8B5E69}" type="pres">
      <dgm:prSet presAssocID="{B25CA13A-414B-4CFB-8D98-883EF2C6DF44}" presName="childShape" presStyleCnt="0"/>
      <dgm:spPr/>
    </dgm:pt>
    <dgm:pt modelId="{5227A652-7EC8-41B2-A844-A16C1582E540}" type="pres">
      <dgm:prSet presAssocID="{5E056CBE-E8E8-4D9A-88E1-F5911BE459E6}" presName="Name13" presStyleLbl="parChTrans1D2" presStyleIdx="0" presStyleCnt="4"/>
      <dgm:spPr/>
      <dgm:t>
        <a:bodyPr/>
        <a:lstStyle/>
        <a:p>
          <a:endParaRPr lang="es-ES"/>
        </a:p>
      </dgm:t>
    </dgm:pt>
    <dgm:pt modelId="{4C640928-DD53-4577-80E0-299D6AA2A73F}" type="pres">
      <dgm:prSet presAssocID="{80614B15-8E21-487D-9B05-5489EF7B8706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88944D8-1A3F-4541-8338-AB0EC3F6F201}" type="pres">
      <dgm:prSet presAssocID="{EEE2EA38-D2AD-4BBC-9B48-AF8E3B99D1BC}" presName="Name13" presStyleLbl="parChTrans1D2" presStyleIdx="1" presStyleCnt="4"/>
      <dgm:spPr/>
      <dgm:t>
        <a:bodyPr/>
        <a:lstStyle/>
        <a:p>
          <a:endParaRPr lang="es-ES"/>
        </a:p>
      </dgm:t>
    </dgm:pt>
    <dgm:pt modelId="{83E173BB-AC48-4805-A11C-F80F2BC3208E}" type="pres">
      <dgm:prSet presAssocID="{04C6CA50-F9F0-4941-8D73-96E66D1B5340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4705154-25DF-4A81-9344-EF54AD9E7F98}" type="pres">
      <dgm:prSet presAssocID="{41036EB3-25D5-4570-BC2C-D26483D2DDE9}" presName="root" presStyleCnt="0"/>
      <dgm:spPr/>
    </dgm:pt>
    <dgm:pt modelId="{2D3E87C7-BEDE-4BC2-9FFC-ED7115C2A9E0}" type="pres">
      <dgm:prSet presAssocID="{41036EB3-25D5-4570-BC2C-D26483D2DDE9}" presName="rootComposite" presStyleCnt="0"/>
      <dgm:spPr/>
    </dgm:pt>
    <dgm:pt modelId="{D0358B66-4209-4EFC-AE51-6FD91759C2A7}" type="pres">
      <dgm:prSet presAssocID="{41036EB3-25D5-4570-BC2C-D26483D2DDE9}" presName="rootText" presStyleLbl="node1" presStyleIdx="1" presStyleCnt="2" custLinFactNeighborX="-94" custLinFactNeighborY="1316"/>
      <dgm:spPr/>
      <dgm:t>
        <a:bodyPr/>
        <a:lstStyle/>
        <a:p>
          <a:endParaRPr lang="es-ES"/>
        </a:p>
      </dgm:t>
    </dgm:pt>
    <dgm:pt modelId="{F22531F1-7BBC-4CC6-A211-09EB7F06D6D5}" type="pres">
      <dgm:prSet presAssocID="{41036EB3-25D5-4570-BC2C-D26483D2DDE9}" presName="rootConnector" presStyleLbl="node1" presStyleIdx="1" presStyleCnt="2"/>
      <dgm:spPr/>
      <dgm:t>
        <a:bodyPr/>
        <a:lstStyle/>
        <a:p>
          <a:endParaRPr lang="es-ES"/>
        </a:p>
      </dgm:t>
    </dgm:pt>
    <dgm:pt modelId="{B6766749-43E0-40DD-B96F-66020A1FB10B}" type="pres">
      <dgm:prSet presAssocID="{41036EB3-25D5-4570-BC2C-D26483D2DDE9}" presName="childShape" presStyleCnt="0"/>
      <dgm:spPr/>
    </dgm:pt>
    <dgm:pt modelId="{B47CB1EA-CE33-40A7-B97D-BE5F246CB09E}" type="pres">
      <dgm:prSet presAssocID="{B9D71A4A-30DA-44D9-974C-8966ED5885E1}" presName="Name13" presStyleLbl="parChTrans1D2" presStyleIdx="2" presStyleCnt="4"/>
      <dgm:spPr/>
      <dgm:t>
        <a:bodyPr/>
        <a:lstStyle/>
        <a:p>
          <a:endParaRPr lang="es-ES"/>
        </a:p>
      </dgm:t>
    </dgm:pt>
    <dgm:pt modelId="{F24B12D2-31C7-46F1-BB7C-F89AA7AFD87A}" type="pres">
      <dgm:prSet presAssocID="{771AA8CA-059E-4E2F-8454-BB4B838ACE04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0735059-B84B-4B3C-8342-1C3874E0A6D4}" type="pres">
      <dgm:prSet presAssocID="{F28F5819-2876-4722-A0E8-04D3C851BA1B}" presName="Name13" presStyleLbl="parChTrans1D2" presStyleIdx="3" presStyleCnt="4"/>
      <dgm:spPr/>
      <dgm:t>
        <a:bodyPr/>
        <a:lstStyle/>
        <a:p>
          <a:endParaRPr lang="es-ES"/>
        </a:p>
      </dgm:t>
    </dgm:pt>
    <dgm:pt modelId="{EA727A6A-5779-4C56-9F1D-8EF8785D6ADF}" type="pres">
      <dgm:prSet presAssocID="{AB0BA70F-8468-4E02-BE92-ED212A16BC8F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DBB6AAF-C0B4-4B52-88DC-D64D6DD50223}" type="presOf" srcId="{B9D71A4A-30DA-44D9-974C-8966ED5885E1}" destId="{B47CB1EA-CE33-40A7-B97D-BE5F246CB09E}" srcOrd="0" destOrd="0" presId="urn:microsoft.com/office/officeart/2005/8/layout/hierarchy3"/>
    <dgm:cxn modelId="{41006AB1-4719-4C5B-A6DD-AB414903BA55}" type="presOf" srcId="{CCD34ED6-0187-4B35-9457-EBE34AA7689C}" destId="{2B944F67-79E6-4367-8107-285C4E5554B6}" srcOrd="0" destOrd="0" presId="urn:microsoft.com/office/officeart/2005/8/layout/hierarchy3"/>
    <dgm:cxn modelId="{C8C60550-7C4B-4572-AEAB-95B774EFD688}" srcId="{B25CA13A-414B-4CFB-8D98-883EF2C6DF44}" destId="{04C6CA50-F9F0-4941-8D73-96E66D1B5340}" srcOrd="1" destOrd="0" parTransId="{EEE2EA38-D2AD-4BBC-9B48-AF8E3B99D1BC}" sibTransId="{3A99E99B-F2F6-4D4A-AED6-5D462F5220ED}"/>
    <dgm:cxn modelId="{3A029E63-A0F9-4399-9916-88433B65AD8E}" srcId="{CCD34ED6-0187-4B35-9457-EBE34AA7689C}" destId="{B25CA13A-414B-4CFB-8D98-883EF2C6DF44}" srcOrd="0" destOrd="0" parTransId="{D42F6207-BD11-4C81-9AAE-9F0D959BD517}" sibTransId="{26AF1118-09FA-4EE1-9F89-66CE3927297B}"/>
    <dgm:cxn modelId="{E00064B4-14D7-4982-AE7A-4142A2C9B109}" type="presOf" srcId="{B25CA13A-414B-4CFB-8D98-883EF2C6DF44}" destId="{46FCA13F-6330-4294-940A-9CFA6A6EC877}" srcOrd="1" destOrd="0" presId="urn:microsoft.com/office/officeart/2005/8/layout/hierarchy3"/>
    <dgm:cxn modelId="{7510541A-41C6-4EDB-AA13-ABC7124DC7EC}" type="presOf" srcId="{04C6CA50-F9F0-4941-8D73-96E66D1B5340}" destId="{83E173BB-AC48-4805-A11C-F80F2BC3208E}" srcOrd="0" destOrd="0" presId="urn:microsoft.com/office/officeart/2005/8/layout/hierarchy3"/>
    <dgm:cxn modelId="{E01F6E29-EFFD-4BFF-BAF9-CC6BDEFC5F52}" type="presOf" srcId="{EEE2EA38-D2AD-4BBC-9B48-AF8E3B99D1BC}" destId="{588944D8-1A3F-4541-8338-AB0EC3F6F201}" srcOrd="0" destOrd="0" presId="urn:microsoft.com/office/officeart/2005/8/layout/hierarchy3"/>
    <dgm:cxn modelId="{6096F899-53AF-46ED-B4C4-4E9139E18F86}" type="presOf" srcId="{41036EB3-25D5-4570-BC2C-D26483D2DDE9}" destId="{F22531F1-7BBC-4CC6-A211-09EB7F06D6D5}" srcOrd="1" destOrd="0" presId="urn:microsoft.com/office/officeart/2005/8/layout/hierarchy3"/>
    <dgm:cxn modelId="{67B75F29-8270-4BAA-B5E2-7ADA055944B1}" srcId="{41036EB3-25D5-4570-BC2C-D26483D2DDE9}" destId="{771AA8CA-059E-4E2F-8454-BB4B838ACE04}" srcOrd="0" destOrd="0" parTransId="{B9D71A4A-30DA-44D9-974C-8966ED5885E1}" sibTransId="{5F7D957A-1B9C-4455-BEE6-6EC075FD998D}"/>
    <dgm:cxn modelId="{55B7B48C-7868-4C45-899D-F0287B290E4A}" srcId="{B25CA13A-414B-4CFB-8D98-883EF2C6DF44}" destId="{80614B15-8E21-487D-9B05-5489EF7B8706}" srcOrd="0" destOrd="0" parTransId="{5E056CBE-E8E8-4D9A-88E1-F5911BE459E6}" sibTransId="{FADB177E-4E6F-4389-B977-2CFFB63A6AFE}"/>
    <dgm:cxn modelId="{CB242F5F-74A0-4F47-A00B-BEC59140D664}" type="presOf" srcId="{5E056CBE-E8E8-4D9A-88E1-F5911BE459E6}" destId="{5227A652-7EC8-41B2-A844-A16C1582E540}" srcOrd="0" destOrd="0" presId="urn:microsoft.com/office/officeart/2005/8/layout/hierarchy3"/>
    <dgm:cxn modelId="{CDCEE4E0-9CE7-4814-BDDD-026F11ED5A1E}" type="presOf" srcId="{B25CA13A-414B-4CFB-8D98-883EF2C6DF44}" destId="{B48C7510-3E59-4037-8310-1B099D29B616}" srcOrd="0" destOrd="0" presId="urn:microsoft.com/office/officeart/2005/8/layout/hierarchy3"/>
    <dgm:cxn modelId="{766EFE31-2AC4-485F-8123-1CD03A181406}" type="presOf" srcId="{80614B15-8E21-487D-9B05-5489EF7B8706}" destId="{4C640928-DD53-4577-80E0-299D6AA2A73F}" srcOrd="0" destOrd="0" presId="urn:microsoft.com/office/officeart/2005/8/layout/hierarchy3"/>
    <dgm:cxn modelId="{FFCC33E1-EF07-46DD-A4D5-F312967942E5}" type="presOf" srcId="{771AA8CA-059E-4E2F-8454-BB4B838ACE04}" destId="{F24B12D2-31C7-46F1-BB7C-F89AA7AFD87A}" srcOrd="0" destOrd="0" presId="urn:microsoft.com/office/officeart/2005/8/layout/hierarchy3"/>
    <dgm:cxn modelId="{E62F9DE6-A9BB-421B-B292-4A613C39044F}" type="presOf" srcId="{F28F5819-2876-4722-A0E8-04D3C851BA1B}" destId="{A0735059-B84B-4B3C-8342-1C3874E0A6D4}" srcOrd="0" destOrd="0" presId="urn:microsoft.com/office/officeart/2005/8/layout/hierarchy3"/>
    <dgm:cxn modelId="{6A1074DD-B461-4667-A8A9-7CB48CD18A10}" type="presOf" srcId="{AB0BA70F-8468-4E02-BE92-ED212A16BC8F}" destId="{EA727A6A-5779-4C56-9F1D-8EF8785D6ADF}" srcOrd="0" destOrd="0" presId="urn:microsoft.com/office/officeart/2005/8/layout/hierarchy3"/>
    <dgm:cxn modelId="{9D0B6FB9-060E-4F84-8B8E-ADCEC3C7359D}" srcId="{41036EB3-25D5-4570-BC2C-D26483D2DDE9}" destId="{AB0BA70F-8468-4E02-BE92-ED212A16BC8F}" srcOrd="1" destOrd="0" parTransId="{F28F5819-2876-4722-A0E8-04D3C851BA1B}" sibTransId="{6B417E0C-A5FF-477A-8634-1A07B81E99A0}"/>
    <dgm:cxn modelId="{C47A2E42-2CD0-4D58-812D-A3F4904AF604}" type="presOf" srcId="{41036EB3-25D5-4570-BC2C-D26483D2DDE9}" destId="{D0358B66-4209-4EFC-AE51-6FD91759C2A7}" srcOrd="0" destOrd="0" presId="urn:microsoft.com/office/officeart/2005/8/layout/hierarchy3"/>
    <dgm:cxn modelId="{FCC317D6-D579-4863-96E7-720B5155E42A}" srcId="{CCD34ED6-0187-4B35-9457-EBE34AA7689C}" destId="{41036EB3-25D5-4570-BC2C-D26483D2DDE9}" srcOrd="1" destOrd="0" parTransId="{C0062339-CF04-4BF5-B6A0-3FAEA3FACCCE}" sibTransId="{F06CCB93-F465-4895-8C8E-799E8BDC2999}"/>
    <dgm:cxn modelId="{11F4180F-9887-4E54-B6EA-48D6D4C64164}" type="presParOf" srcId="{2B944F67-79E6-4367-8107-285C4E5554B6}" destId="{292B6797-F712-48BA-9AEB-73CA2FEF5FCE}" srcOrd="0" destOrd="0" presId="urn:microsoft.com/office/officeart/2005/8/layout/hierarchy3"/>
    <dgm:cxn modelId="{FED744B9-F0DA-497A-9472-4EEAFA0D53B3}" type="presParOf" srcId="{292B6797-F712-48BA-9AEB-73CA2FEF5FCE}" destId="{1A201EC7-FA02-4710-BF0E-B4BFC1BF1ECC}" srcOrd="0" destOrd="0" presId="urn:microsoft.com/office/officeart/2005/8/layout/hierarchy3"/>
    <dgm:cxn modelId="{3C97A4E5-BAB7-4A78-AD21-8372710E1FE2}" type="presParOf" srcId="{1A201EC7-FA02-4710-BF0E-B4BFC1BF1ECC}" destId="{B48C7510-3E59-4037-8310-1B099D29B616}" srcOrd="0" destOrd="0" presId="urn:microsoft.com/office/officeart/2005/8/layout/hierarchy3"/>
    <dgm:cxn modelId="{6F4B5F38-C21C-4CE7-9A6E-86F9628A710B}" type="presParOf" srcId="{1A201EC7-FA02-4710-BF0E-B4BFC1BF1ECC}" destId="{46FCA13F-6330-4294-940A-9CFA6A6EC877}" srcOrd="1" destOrd="0" presId="urn:microsoft.com/office/officeart/2005/8/layout/hierarchy3"/>
    <dgm:cxn modelId="{68CE1B62-27A8-4E31-BE8F-83F6762FCB61}" type="presParOf" srcId="{292B6797-F712-48BA-9AEB-73CA2FEF5FCE}" destId="{64F51123-F9C3-4183-8C97-9C9C4E8B5E69}" srcOrd="1" destOrd="0" presId="urn:microsoft.com/office/officeart/2005/8/layout/hierarchy3"/>
    <dgm:cxn modelId="{F4359F01-4921-4723-A79B-252DCBF16C0C}" type="presParOf" srcId="{64F51123-F9C3-4183-8C97-9C9C4E8B5E69}" destId="{5227A652-7EC8-41B2-A844-A16C1582E540}" srcOrd="0" destOrd="0" presId="urn:microsoft.com/office/officeart/2005/8/layout/hierarchy3"/>
    <dgm:cxn modelId="{B576C9E8-D28D-407D-907B-C186150630EF}" type="presParOf" srcId="{64F51123-F9C3-4183-8C97-9C9C4E8B5E69}" destId="{4C640928-DD53-4577-80E0-299D6AA2A73F}" srcOrd="1" destOrd="0" presId="urn:microsoft.com/office/officeart/2005/8/layout/hierarchy3"/>
    <dgm:cxn modelId="{1640D5A4-08B3-4C4B-B2E7-8066F83FF11E}" type="presParOf" srcId="{64F51123-F9C3-4183-8C97-9C9C4E8B5E69}" destId="{588944D8-1A3F-4541-8338-AB0EC3F6F201}" srcOrd="2" destOrd="0" presId="urn:microsoft.com/office/officeart/2005/8/layout/hierarchy3"/>
    <dgm:cxn modelId="{3E14912C-73F9-4AB7-A897-031FEA038245}" type="presParOf" srcId="{64F51123-F9C3-4183-8C97-9C9C4E8B5E69}" destId="{83E173BB-AC48-4805-A11C-F80F2BC3208E}" srcOrd="3" destOrd="0" presId="urn:microsoft.com/office/officeart/2005/8/layout/hierarchy3"/>
    <dgm:cxn modelId="{FD105648-98B4-4B87-929E-286B5F0D3290}" type="presParOf" srcId="{2B944F67-79E6-4367-8107-285C4E5554B6}" destId="{14705154-25DF-4A81-9344-EF54AD9E7F98}" srcOrd="1" destOrd="0" presId="urn:microsoft.com/office/officeart/2005/8/layout/hierarchy3"/>
    <dgm:cxn modelId="{9E1B733C-68DE-4974-9F41-9B18BD05740F}" type="presParOf" srcId="{14705154-25DF-4A81-9344-EF54AD9E7F98}" destId="{2D3E87C7-BEDE-4BC2-9FFC-ED7115C2A9E0}" srcOrd="0" destOrd="0" presId="urn:microsoft.com/office/officeart/2005/8/layout/hierarchy3"/>
    <dgm:cxn modelId="{80065C50-F20D-47DA-B49A-A3817201F5F2}" type="presParOf" srcId="{2D3E87C7-BEDE-4BC2-9FFC-ED7115C2A9E0}" destId="{D0358B66-4209-4EFC-AE51-6FD91759C2A7}" srcOrd="0" destOrd="0" presId="urn:microsoft.com/office/officeart/2005/8/layout/hierarchy3"/>
    <dgm:cxn modelId="{469ADE7E-A249-4ED5-8A1B-6EC0D0EE2419}" type="presParOf" srcId="{2D3E87C7-BEDE-4BC2-9FFC-ED7115C2A9E0}" destId="{F22531F1-7BBC-4CC6-A211-09EB7F06D6D5}" srcOrd="1" destOrd="0" presId="urn:microsoft.com/office/officeart/2005/8/layout/hierarchy3"/>
    <dgm:cxn modelId="{7E742DE2-DAD4-48A1-9BE4-401959D4AACE}" type="presParOf" srcId="{14705154-25DF-4A81-9344-EF54AD9E7F98}" destId="{B6766749-43E0-40DD-B96F-66020A1FB10B}" srcOrd="1" destOrd="0" presId="urn:microsoft.com/office/officeart/2005/8/layout/hierarchy3"/>
    <dgm:cxn modelId="{44ABDB33-10BD-4E95-9848-354B57558F14}" type="presParOf" srcId="{B6766749-43E0-40DD-B96F-66020A1FB10B}" destId="{B47CB1EA-CE33-40A7-B97D-BE5F246CB09E}" srcOrd="0" destOrd="0" presId="urn:microsoft.com/office/officeart/2005/8/layout/hierarchy3"/>
    <dgm:cxn modelId="{729E3BFD-63EE-45F9-9978-512E7BD9A792}" type="presParOf" srcId="{B6766749-43E0-40DD-B96F-66020A1FB10B}" destId="{F24B12D2-31C7-46F1-BB7C-F89AA7AFD87A}" srcOrd="1" destOrd="0" presId="urn:microsoft.com/office/officeart/2005/8/layout/hierarchy3"/>
    <dgm:cxn modelId="{EBC10B39-751E-47CB-9700-9C29D9DDC83B}" type="presParOf" srcId="{B6766749-43E0-40DD-B96F-66020A1FB10B}" destId="{A0735059-B84B-4B3C-8342-1C3874E0A6D4}" srcOrd="2" destOrd="0" presId="urn:microsoft.com/office/officeart/2005/8/layout/hierarchy3"/>
    <dgm:cxn modelId="{B63F08B8-348E-42D3-9E28-E51E206ACB62}" type="presParOf" srcId="{B6766749-43E0-40DD-B96F-66020A1FB10B}" destId="{EA727A6A-5779-4C56-9F1D-8EF8785D6AD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D34ED6-0187-4B35-9457-EBE34AA7689C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B25CA13A-414B-4CFB-8D98-883EF2C6DF44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es-ES" dirty="0" smtClean="0"/>
            <a:t>Experiencia</a:t>
          </a:r>
          <a:endParaRPr lang="es-ES" dirty="0"/>
        </a:p>
      </dgm:t>
    </dgm:pt>
    <dgm:pt modelId="{D42F6207-BD11-4C81-9AAE-9F0D959BD517}" type="parTrans" cxnId="{3A029E63-A0F9-4399-9916-88433B65AD8E}">
      <dgm:prSet/>
      <dgm:spPr/>
      <dgm:t>
        <a:bodyPr/>
        <a:lstStyle/>
        <a:p>
          <a:endParaRPr lang="es-ES"/>
        </a:p>
      </dgm:t>
    </dgm:pt>
    <dgm:pt modelId="{26AF1118-09FA-4EE1-9F89-66CE3927297B}" type="sibTrans" cxnId="{3A029E63-A0F9-4399-9916-88433B65AD8E}">
      <dgm:prSet/>
      <dgm:spPr/>
      <dgm:t>
        <a:bodyPr/>
        <a:lstStyle/>
        <a:p>
          <a:endParaRPr lang="es-ES"/>
        </a:p>
      </dgm:t>
    </dgm:pt>
    <dgm:pt modelId="{80614B15-8E21-487D-9B05-5489EF7B8706}">
      <dgm:prSet phldrT="[Texto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Episódico</a:t>
          </a:r>
          <a:endParaRPr lang="es-ES" dirty="0"/>
        </a:p>
      </dgm:t>
    </dgm:pt>
    <dgm:pt modelId="{5E056CBE-E8E8-4D9A-88E1-F5911BE459E6}" type="parTrans" cxnId="{55B7B48C-7868-4C45-899D-F0287B290E4A}">
      <dgm:prSet/>
      <dgm:spPr/>
      <dgm:t>
        <a:bodyPr/>
        <a:lstStyle/>
        <a:p>
          <a:endParaRPr lang="es-ES"/>
        </a:p>
      </dgm:t>
    </dgm:pt>
    <dgm:pt modelId="{FADB177E-4E6F-4389-B977-2CFFB63A6AFE}" type="sibTrans" cxnId="{55B7B48C-7868-4C45-899D-F0287B290E4A}">
      <dgm:prSet/>
      <dgm:spPr/>
      <dgm:t>
        <a:bodyPr/>
        <a:lstStyle/>
        <a:p>
          <a:endParaRPr lang="es-ES"/>
        </a:p>
      </dgm:t>
    </dgm:pt>
    <dgm:pt modelId="{04C6CA50-F9F0-4941-8D73-96E66D1B5340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Secuencial</a:t>
          </a:r>
          <a:endParaRPr lang="es-ES" dirty="0"/>
        </a:p>
      </dgm:t>
    </dgm:pt>
    <dgm:pt modelId="{EEE2EA38-D2AD-4BBC-9B48-AF8E3B99D1BC}" type="parTrans" cxnId="{C8C60550-7C4B-4572-AEAB-95B774EFD688}">
      <dgm:prSet/>
      <dgm:spPr/>
      <dgm:t>
        <a:bodyPr/>
        <a:lstStyle/>
        <a:p>
          <a:endParaRPr lang="es-ES"/>
        </a:p>
      </dgm:t>
    </dgm:pt>
    <dgm:pt modelId="{3A99E99B-F2F6-4D4A-AED6-5D462F5220ED}" type="sibTrans" cxnId="{C8C60550-7C4B-4572-AEAB-95B774EFD688}">
      <dgm:prSet/>
      <dgm:spPr/>
      <dgm:t>
        <a:bodyPr/>
        <a:lstStyle/>
        <a:p>
          <a:endParaRPr lang="es-ES"/>
        </a:p>
      </dgm:t>
    </dgm:pt>
    <dgm:pt modelId="{41036EB3-25D5-4570-BC2C-D26483D2DDE9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es-ES" dirty="0" smtClean="0"/>
            <a:t>Cambio</a:t>
          </a:r>
          <a:endParaRPr lang="es-ES" dirty="0"/>
        </a:p>
      </dgm:t>
    </dgm:pt>
    <dgm:pt modelId="{C0062339-CF04-4BF5-B6A0-3FAEA3FACCCE}" type="parTrans" cxnId="{FCC317D6-D579-4863-96E7-720B5155E42A}">
      <dgm:prSet/>
      <dgm:spPr/>
      <dgm:t>
        <a:bodyPr/>
        <a:lstStyle/>
        <a:p>
          <a:endParaRPr lang="es-ES"/>
        </a:p>
      </dgm:t>
    </dgm:pt>
    <dgm:pt modelId="{F06CCB93-F465-4895-8C8E-799E8BDC2999}" type="sibTrans" cxnId="{FCC317D6-D579-4863-96E7-720B5155E42A}">
      <dgm:prSet/>
      <dgm:spPr/>
      <dgm:t>
        <a:bodyPr/>
        <a:lstStyle/>
        <a:p>
          <a:endParaRPr lang="es-ES"/>
        </a:p>
      </dgm:t>
    </dgm:pt>
    <dgm:pt modelId="{771AA8CA-059E-4E2F-8454-BB4B838ACE04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Estático</a:t>
          </a:r>
          <a:endParaRPr lang="es-ES" dirty="0"/>
        </a:p>
      </dgm:t>
    </dgm:pt>
    <dgm:pt modelId="{B9D71A4A-30DA-44D9-974C-8966ED5885E1}" type="parTrans" cxnId="{67B75F29-8270-4BAA-B5E2-7ADA055944B1}">
      <dgm:prSet/>
      <dgm:spPr/>
      <dgm:t>
        <a:bodyPr/>
        <a:lstStyle/>
        <a:p>
          <a:endParaRPr lang="es-ES"/>
        </a:p>
      </dgm:t>
    </dgm:pt>
    <dgm:pt modelId="{5F7D957A-1B9C-4455-BEE6-6EC075FD998D}" type="sibTrans" cxnId="{67B75F29-8270-4BAA-B5E2-7ADA055944B1}">
      <dgm:prSet/>
      <dgm:spPr/>
      <dgm:t>
        <a:bodyPr/>
        <a:lstStyle/>
        <a:p>
          <a:endParaRPr lang="es-ES"/>
        </a:p>
      </dgm:t>
    </dgm:pt>
    <dgm:pt modelId="{AB0BA70F-8468-4E02-BE92-ED212A16BC8F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Dinámico</a:t>
          </a:r>
          <a:endParaRPr lang="es-ES" dirty="0"/>
        </a:p>
      </dgm:t>
    </dgm:pt>
    <dgm:pt modelId="{F28F5819-2876-4722-A0E8-04D3C851BA1B}" type="parTrans" cxnId="{9D0B6FB9-060E-4F84-8B8E-ADCEC3C7359D}">
      <dgm:prSet/>
      <dgm:spPr/>
      <dgm:t>
        <a:bodyPr/>
        <a:lstStyle/>
        <a:p>
          <a:endParaRPr lang="es-ES"/>
        </a:p>
      </dgm:t>
    </dgm:pt>
    <dgm:pt modelId="{6B417E0C-A5FF-477A-8634-1A07B81E99A0}" type="sibTrans" cxnId="{9D0B6FB9-060E-4F84-8B8E-ADCEC3C7359D}">
      <dgm:prSet/>
      <dgm:spPr/>
      <dgm:t>
        <a:bodyPr/>
        <a:lstStyle/>
        <a:p>
          <a:endParaRPr lang="es-ES"/>
        </a:p>
      </dgm:t>
    </dgm:pt>
    <dgm:pt modelId="{2B944F67-79E6-4367-8107-285C4E5554B6}" type="pres">
      <dgm:prSet presAssocID="{CCD34ED6-0187-4B35-9457-EBE34AA7689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292B6797-F712-48BA-9AEB-73CA2FEF5FCE}" type="pres">
      <dgm:prSet presAssocID="{B25CA13A-414B-4CFB-8D98-883EF2C6DF44}" presName="root" presStyleCnt="0"/>
      <dgm:spPr/>
    </dgm:pt>
    <dgm:pt modelId="{1A201EC7-FA02-4710-BF0E-B4BFC1BF1ECC}" type="pres">
      <dgm:prSet presAssocID="{B25CA13A-414B-4CFB-8D98-883EF2C6DF44}" presName="rootComposite" presStyleCnt="0"/>
      <dgm:spPr/>
    </dgm:pt>
    <dgm:pt modelId="{B48C7510-3E59-4037-8310-1B099D29B616}" type="pres">
      <dgm:prSet presAssocID="{B25CA13A-414B-4CFB-8D98-883EF2C6DF44}" presName="rootText" presStyleLbl="node1" presStyleIdx="0" presStyleCnt="2"/>
      <dgm:spPr/>
      <dgm:t>
        <a:bodyPr/>
        <a:lstStyle/>
        <a:p>
          <a:endParaRPr lang="es-ES"/>
        </a:p>
      </dgm:t>
    </dgm:pt>
    <dgm:pt modelId="{46FCA13F-6330-4294-940A-9CFA6A6EC877}" type="pres">
      <dgm:prSet presAssocID="{B25CA13A-414B-4CFB-8D98-883EF2C6DF44}" presName="rootConnector" presStyleLbl="node1" presStyleIdx="0" presStyleCnt="2"/>
      <dgm:spPr/>
      <dgm:t>
        <a:bodyPr/>
        <a:lstStyle/>
        <a:p>
          <a:endParaRPr lang="es-ES"/>
        </a:p>
      </dgm:t>
    </dgm:pt>
    <dgm:pt modelId="{64F51123-F9C3-4183-8C97-9C9C4E8B5E69}" type="pres">
      <dgm:prSet presAssocID="{B25CA13A-414B-4CFB-8D98-883EF2C6DF44}" presName="childShape" presStyleCnt="0"/>
      <dgm:spPr/>
    </dgm:pt>
    <dgm:pt modelId="{5227A652-7EC8-41B2-A844-A16C1582E540}" type="pres">
      <dgm:prSet presAssocID="{5E056CBE-E8E8-4D9A-88E1-F5911BE459E6}" presName="Name13" presStyleLbl="parChTrans1D2" presStyleIdx="0" presStyleCnt="4"/>
      <dgm:spPr/>
      <dgm:t>
        <a:bodyPr/>
        <a:lstStyle/>
        <a:p>
          <a:endParaRPr lang="es-ES"/>
        </a:p>
      </dgm:t>
    </dgm:pt>
    <dgm:pt modelId="{4C640928-DD53-4577-80E0-299D6AA2A73F}" type="pres">
      <dgm:prSet presAssocID="{80614B15-8E21-487D-9B05-5489EF7B8706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88944D8-1A3F-4541-8338-AB0EC3F6F201}" type="pres">
      <dgm:prSet presAssocID="{EEE2EA38-D2AD-4BBC-9B48-AF8E3B99D1BC}" presName="Name13" presStyleLbl="parChTrans1D2" presStyleIdx="1" presStyleCnt="4"/>
      <dgm:spPr/>
      <dgm:t>
        <a:bodyPr/>
        <a:lstStyle/>
        <a:p>
          <a:endParaRPr lang="es-ES"/>
        </a:p>
      </dgm:t>
    </dgm:pt>
    <dgm:pt modelId="{83E173BB-AC48-4805-A11C-F80F2BC3208E}" type="pres">
      <dgm:prSet presAssocID="{04C6CA50-F9F0-4941-8D73-96E66D1B5340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4705154-25DF-4A81-9344-EF54AD9E7F98}" type="pres">
      <dgm:prSet presAssocID="{41036EB3-25D5-4570-BC2C-D26483D2DDE9}" presName="root" presStyleCnt="0"/>
      <dgm:spPr/>
    </dgm:pt>
    <dgm:pt modelId="{2D3E87C7-BEDE-4BC2-9FFC-ED7115C2A9E0}" type="pres">
      <dgm:prSet presAssocID="{41036EB3-25D5-4570-BC2C-D26483D2DDE9}" presName="rootComposite" presStyleCnt="0"/>
      <dgm:spPr/>
    </dgm:pt>
    <dgm:pt modelId="{D0358B66-4209-4EFC-AE51-6FD91759C2A7}" type="pres">
      <dgm:prSet presAssocID="{41036EB3-25D5-4570-BC2C-D26483D2DDE9}" presName="rootText" presStyleLbl="node1" presStyleIdx="1" presStyleCnt="2" custLinFactNeighborX="-94" custLinFactNeighborY="1316"/>
      <dgm:spPr/>
      <dgm:t>
        <a:bodyPr/>
        <a:lstStyle/>
        <a:p>
          <a:endParaRPr lang="es-ES"/>
        </a:p>
      </dgm:t>
    </dgm:pt>
    <dgm:pt modelId="{F22531F1-7BBC-4CC6-A211-09EB7F06D6D5}" type="pres">
      <dgm:prSet presAssocID="{41036EB3-25D5-4570-BC2C-D26483D2DDE9}" presName="rootConnector" presStyleLbl="node1" presStyleIdx="1" presStyleCnt="2"/>
      <dgm:spPr/>
      <dgm:t>
        <a:bodyPr/>
        <a:lstStyle/>
        <a:p>
          <a:endParaRPr lang="es-ES"/>
        </a:p>
      </dgm:t>
    </dgm:pt>
    <dgm:pt modelId="{B6766749-43E0-40DD-B96F-66020A1FB10B}" type="pres">
      <dgm:prSet presAssocID="{41036EB3-25D5-4570-BC2C-D26483D2DDE9}" presName="childShape" presStyleCnt="0"/>
      <dgm:spPr/>
    </dgm:pt>
    <dgm:pt modelId="{B47CB1EA-CE33-40A7-B97D-BE5F246CB09E}" type="pres">
      <dgm:prSet presAssocID="{B9D71A4A-30DA-44D9-974C-8966ED5885E1}" presName="Name13" presStyleLbl="parChTrans1D2" presStyleIdx="2" presStyleCnt="4"/>
      <dgm:spPr/>
      <dgm:t>
        <a:bodyPr/>
        <a:lstStyle/>
        <a:p>
          <a:endParaRPr lang="es-ES"/>
        </a:p>
      </dgm:t>
    </dgm:pt>
    <dgm:pt modelId="{F24B12D2-31C7-46F1-BB7C-F89AA7AFD87A}" type="pres">
      <dgm:prSet presAssocID="{771AA8CA-059E-4E2F-8454-BB4B838ACE04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0735059-B84B-4B3C-8342-1C3874E0A6D4}" type="pres">
      <dgm:prSet presAssocID="{F28F5819-2876-4722-A0E8-04D3C851BA1B}" presName="Name13" presStyleLbl="parChTrans1D2" presStyleIdx="3" presStyleCnt="4"/>
      <dgm:spPr/>
      <dgm:t>
        <a:bodyPr/>
        <a:lstStyle/>
        <a:p>
          <a:endParaRPr lang="es-ES"/>
        </a:p>
      </dgm:t>
    </dgm:pt>
    <dgm:pt modelId="{EA727A6A-5779-4C56-9F1D-8EF8785D6ADF}" type="pres">
      <dgm:prSet presAssocID="{AB0BA70F-8468-4E02-BE92-ED212A16BC8F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672E632-9F90-4146-9543-8C137D270292}" type="presOf" srcId="{B25CA13A-414B-4CFB-8D98-883EF2C6DF44}" destId="{46FCA13F-6330-4294-940A-9CFA6A6EC877}" srcOrd="1" destOrd="0" presId="urn:microsoft.com/office/officeart/2005/8/layout/hierarchy3"/>
    <dgm:cxn modelId="{55B7B48C-7868-4C45-899D-F0287B290E4A}" srcId="{B25CA13A-414B-4CFB-8D98-883EF2C6DF44}" destId="{80614B15-8E21-487D-9B05-5489EF7B8706}" srcOrd="0" destOrd="0" parTransId="{5E056CBE-E8E8-4D9A-88E1-F5911BE459E6}" sibTransId="{FADB177E-4E6F-4389-B977-2CFFB63A6AFE}"/>
    <dgm:cxn modelId="{FCC317D6-D579-4863-96E7-720B5155E42A}" srcId="{CCD34ED6-0187-4B35-9457-EBE34AA7689C}" destId="{41036EB3-25D5-4570-BC2C-D26483D2DDE9}" srcOrd="1" destOrd="0" parTransId="{C0062339-CF04-4BF5-B6A0-3FAEA3FACCCE}" sibTransId="{F06CCB93-F465-4895-8C8E-799E8BDC2999}"/>
    <dgm:cxn modelId="{B75CE030-D5AD-4F6A-9373-ADF36CB6560C}" type="presOf" srcId="{41036EB3-25D5-4570-BC2C-D26483D2DDE9}" destId="{F22531F1-7BBC-4CC6-A211-09EB7F06D6D5}" srcOrd="1" destOrd="0" presId="urn:microsoft.com/office/officeart/2005/8/layout/hierarchy3"/>
    <dgm:cxn modelId="{C7686E23-41A9-44FE-9C29-6634E7AC4172}" type="presOf" srcId="{771AA8CA-059E-4E2F-8454-BB4B838ACE04}" destId="{F24B12D2-31C7-46F1-BB7C-F89AA7AFD87A}" srcOrd="0" destOrd="0" presId="urn:microsoft.com/office/officeart/2005/8/layout/hierarchy3"/>
    <dgm:cxn modelId="{3A029E63-A0F9-4399-9916-88433B65AD8E}" srcId="{CCD34ED6-0187-4B35-9457-EBE34AA7689C}" destId="{B25CA13A-414B-4CFB-8D98-883EF2C6DF44}" srcOrd="0" destOrd="0" parTransId="{D42F6207-BD11-4C81-9AAE-9F0D959BD517}" sibTransId="{26AF1118-09FA-4EE1-9F89-66CE3927297B}"/>
    <dgm:cxn modelId="{67B75F29-8270-4BAA-B5E2-7ADA055944B1}" srcId="{41036EB3-25D5-4570-BC2C-D26483D2DDE9}" destId="{771AA8CA-059E-4E2F-8454-BB4B838ACE04}" srcOrd="0" destOrd="0" parTransId="{B9D71A4A-30DA-44D9-974C-8966ED5885E1}" sibTransId="{5F7D957A-1B9C-4455-BEE6-6EC075FD998D}"/>
    <dgm:cxn modelId="{F6EB7CB3-8B06-4A42-A227-09CCA624527C}" type="presOf" srcId="{AB0BA70F-8468-4E02-BE92-ED212A16BC8F}" destId="{EA727A6A-5779-4C56-9F1D-8EF8785D6ADF}" srcOrd="0" destOrd="0" presId="urn:microsoft.com/office/officeart/2005/8/layout/hierarchy3"/>
    <dgm:cxn modelId="{91AF03BA-C03C-47E3-9761-0A98B37E5BD7}" type="presOf" srcId="{B9D71A4A-30DA-44D9-974C-8966ED5885E1}" destId="{B47CB1EA-CE33-40A7-B97D-BE5F246CB09E}" srcOrd="0" destOrd="0" presId="urn:microsoft.com/office/officeart/2005/8/layout/hierarchy3"/>
    <dgm:cxn modelId="{7A08553F-6A1B-4335-A191-4FFF887238C7}" type="presOf" srcId="{EEE2EA38-D2AD-4BBC-9B48-AF8E3B99D1BC}" destId="{588944D8-1A3F-4541-8338-AB0EC3F6F201}" srcOrd="0" destOrd="0" presId="urn:microsoft.com/office/officeart/2005/8/layout/hierarchy3"/>
    <dgm:cxn modelId="{18D86140-E0A2-4D6E-B624-701B88DE4D5F}" type="presOf" srcId="{CCD34ED6-0187-4B35-9457-EBE34AA7689C}" destId="{2B944F67-79E6-4367-8107-285C4E5554B6}" srcOrd="0" destOrd="0" presId="urn:microsoft.com/office/officeart/2005/8/layout/hierarchy3"/>
    <dgm:cxn modelId="{4927ED1D-806C-44DE-BC46-05B51B140165}" type="presOf" srcId="{41036EB3-25D5-4570-BC2C-D26483D2DDE9}" destId="{D0358B66-4209-4EFC-AE51-6FD91759C2A7}" srcOrd="0" destOrd="0" presId="urn:microsoft.com/office/officeart/2005/8/layout/hierarchy3"/>
    <dgm:cxn modelId="{C98A1F49-7604-485C-B2BF-6BED741F6435}" type="presOf" srcId="{04C6CA50-F9F0-4941-8D73-96E66D1B5340}" destId="{83E173BB-AC48-4805-A11C-F80F2BC3208E}" srcOrd="0" destOrd="0" presId="urn:microsoft.com/office/officeart/2005/8/layout/hierarchy3"/>
    <dgm:cxn modelId="{1EEF97DF-27E2-4E0C-ACEA-4234D754A1DE}" type="presOf" srcId="{B25CA13A-414B-4CFB-8D98-883EF2C6DF44}" destId="{B48C7510-3E59-4037-8310-1B099D29B616}" srcOrd="0" destOrd="0" presId="urn:microsoft.com/office/officeart/2005/8/layout/hierarchy3"/>
    <dgm:cxn modelId="{C8C60550-7C4B-4572-AEAB-95B774EFD688}" srcId="{B25CA13A-414B-4CFB-8D98-883EF2C6DF44}" destId="{04C6CA50-F9F0-4941-8D73-96E66D1B5340}" srcOrd="1" destOrd="0" parTransId="{EEE2EA38-D2AD-4BBC-9B48-AF8E3B99D1BC}" sibTransId="{3A99E99B-F2F6-4D4A-AED6-5D462F5220ED}"/>
    <dgm:cxn modelId="{62703632-A0EC-4F72-85BF-3360200C351D}" type="presOf" srcId="{5E056CBE-E8E8-4D9A-88E1-F5911BE459E6}" destId="{5227A652-7EC8-41B2-A844-A16C1582E540}" srcOrd="0" destOrd="0" presId="urn:microsoft.com/office/officeart/2005/8/layout/hierarchy3"/>
    <dgm:cxn modelId="{DE9A10C7-2DCA-4A1D-8385-C6BAFC910D8D}" type="presOf" srcId="{80614B15-8E21-487D-9B05-5489EF7B8706}" destId="{4C640928-DD53-4577-80E0-299D6AA2A73F}" srcOrd="0" destOrd="0" presId="urn:microsoft.com/office/officeart/2005/8/layout/hierarchy3"/>
    <dgm:cxn modelId="{9D0B6FB9-060E-4F84-8B8E-ADCEC3C7359D}" srcId="{41036EB3-25D5-4570-BC2C-D26483D2DDE9}" destId="{AB0BA70F-8468-4E02-BE92-ED212A16BC8F}" srcOrd="1" destOrd="0" parTransId="{F28F5819-2876-4722-A0E8-04D3C851BA1B}" sibTransId="{6B417E0C-A5FF-477A-8634-1A07B81E99A0}"/>
    <dgm:cxn modelId="{D194700D-4031-44DD-A8C0-33E583654E7D}" type="presOf" srcId="{F28F5819-2876-4722-A0E8-04D3C851BA1B}" destId="{A0735059-B84B-4B3C-8342-1C3874E0A6D4}" srcOrd="0" destOrd="0" presId="urn:microsoft.com/office/officeart/2005/8/layout/hierarchy3"/>
    <dgm:cxn modelId="{5EB15474-7C7C-4587-890B-EFAFAD98F1C8}" type="presParOf" srcId="{2B944F67-79E6-4367-8107-285C4E5554B6}" destId="{292B6797-F712-48BA-9AEB-73CA2FEF5FCE}" srcOrd="0" destOrd="0" presId="urn:microsoft.com/office/officeart/2005/8/layout/hierarchy3"/>
    <dgm:cxn modelId="{320B166F-8762-42A2-85EA-2C7F53A3C592}" type="presParOf" srcId="{292B6797-F712-48BA-9AEB-73CA2FEF5FCE}" destId="{1A201EC7-FA02-4710-BF0E-B4BFC1BF1ECC}" srcOrd="0" destOrd="0" presId="urn:microsoft.com/office/officeart/2005/8/layout/hierarchy3"/>
    <dgm:cxn modelId="{7B89724F-9690-4FF7-B241-A846A6961DF9}" type="presParOf" srcId="{1A201EC7-FA02-4710-BF0E-B4BFC1BF1ECC}" destId="{B48C7510-3E59-4037-8310-1B099D29B616}" srcOrd="0" destOrd="0" presId="urn:microsoft.com/office/officeart/2005/8/layout/hierarchy3"/>
    <dgm:cxn modelId="{D5A450CC-04AD-4A25-9445-76AFB5D0383C}" type="presParOf" srcId="{1A201EC7-FA02-4710-BF0E-B4BFC1BF1ECC}" destId="{46FCA13F-6330-4294-940A-9CFA6A6EC877}" srcOrd="1" destOrd="0" presId="urn:microsoft.com/office/officeart/2005/8/layout/hierarchy3"/>
    <dgm:cxn modelId="{15F8AF89-EBA5-4284-872A-8ED6EFD14450}" type="presParOf" srcId="{292B6797-F712-48BA-9AEB-73CA2FEF5FCE}" destId="{64F51123-F9C3-4183-8C97-9C9C4E8B5E69}" srcOrd="1" destOrd="0" presId="urn:microsoft.com/office/officeart/2005/8/layout/hierarchy3"/>
    <dgm:cxn modelId="{EC5CB8CC-36F5-4A93-9EAE-3B181E2884FA}" type="presParOf" srcId="{64F51123-F9C3-4183-8C97-9C9C4E8B5E69}" destId="{5227A652-7EC8-41B2-A844-A16C1582E540}" srcOrd="0" destOrd="0" presId="urn:microsoft.com/office/officeart/2005/8/layout/hierarchy3"/>
    <dgm:cxn modelId="{E743DE4D-FA9A-4E43-822D-C280E25F97BD}" type="presParOf" srcId="{64F51123-F9C3-4183-8C97-9C9C4E8B5E69}" destId="{4C640928-DD53-4577-80E0-299D6AA2A73F}" srcOrd="1" destOrd="0" presId="urn:microsoft.com/office/officeart/2005/8/layout/hierarchy3"/>
    <dgm:cxn modelId="{6BBC7708-2D35-4FB6-BFC5-B977EF62233D}" type="presParOf" srcId="{64F51123-F9C3-4183-8C97-9C9C4E8B5E69}" destId="{588944D8-1A3F-4541-8338-AB0EC3F6F201}" srcOrd="2" destOrd="0" presId="urn:microsoft.com/office/officeart/2005/8/layout/hierarchy3"/>
    <dgm:cxn modelId="{2FBB4DFC-0448-4A7E-99CD-FA645018E180}" type="presParOf" srcId="{64F51123-F9C3-4183-8C97-9C9C4E8B5E69}" destId="{83E173BB-AC48-4805-A11C-F80F2BC3208E}" srcOrd="3" destOrd="0" presId="urn:microsoft.com/office/officeart/2005/8/layout/hierarchy3"/>
    <dgm:cxn modelId="{D63B0A93-C561-4AB1-99F6-C3BD263390E0}" type="presParOf" srcId="{2B944F67-79E6-4367-8107-285C4E5554B6}" destId="{14705154-25DF-4A81-9344-EF54AD9E7F98}" srcOrd="1" destOrd="0" presId="urn:microsoft.com/office/officeart/2005/8/layout/hierarchy3"/>
    <dgm:cxn modelId="{EC432795-02AC-440D-B22A-958AA011C839}" type="presParOf" srcId="{14705154-25DF-4A81-9344-EF54AD9E7F98}" destId="{2D3E87C7-BEDE-4BC2-9FFC-ED7115C2A9E0}" srcOrd="0" destOrd="0" presId="urn:microsoft.com/office/officeart/2005/8/layout/hierarchy3"/>
    <dgm:cxn modelId="{E44B9891-6CD3-459C-8BB6-F2039058C9D7}" type="presParOf" srcId="{2D3E87C7-BEDE-4BC2-9FFC-ED7115C2A9E0}" destId="{D0358B66-4209-4EFC-AE51-6FD91759C2A7}" srcOrd="0" destOrd="0" presId="urn:microsoft.com/office/officeart/2005/8/layout/hierarchy3"/>
    <dgm:cxn modelId="{6CEEA9CF-0DF4-41A4-813E-B00F7261CEAD}" type="presParOf" srcId="{2D3E87C7-BEDE-4BC2-9FFC-ED7115C2A9E0}" destId="{F22531F1-7BBC-4CC6-A211-09EB7F06D6D5}" srcOrd="1" destOrd="0" presId="urn:microsoft.com/office/officeart/2005/8/layout/hierarchy3"/>
    <dgm:cxn modelId="{50AA8163-C043-4C5C-B20E-F6CCD82DB351}" type="presParOf" srcId="{14705154-25DF-4A81-9344-EF54AD9E7F98}" destId="{B6766749-43E0-40DD-B96F-66020A1FB10B}" srcOrd="1" destOrd="0" presId="urn:microsoft.com/office/officeart/2005/8/layout/hierarchy3"/>
    <dgm:cxn modelId="{D4812D8E-DB29-4A38-B7A3-06258D41A78B}" type="presParOf" srcId="{B6766749-43E0-40DD-B96F-66020A1FB10B}" destId="{B47CB1EA-CE33-40A7-B97D-BE5F246CB09E}" srcOrd="0" destOrd="0" presId="urn:microsoft.com/office/officeart/2005/8/layout/hierarchy3"/>
    <dgm:cxn modelId="{3026DF8F-35CB-48EC-9D2B-B0380D3D22E1}" type="presParOf" srcId="{B6766749-43E0-40DD-B96F-66020A1FB10B}" destId="{F24B12D2-31C7-46F1-BB7C-F89AA7AFD87A}" srcOrd="1" destOrd="0" presId="urn:microsoft.com/office/officeart/2005/8/layout/hierarchy3"/>
    <dgm:cxn modelId="{64E8D7D2-7BBC-4E4C-ACA4-75490EFE356C}" type="presParOf" srcId="{B6766749-43E0-40DD-B96F-66020A1FB10B}" destId="{A0735059-B84B-4B3C-8342-1C3874E0A6D4}" srcOrd="2" destOrd="0" presId="urn:microsoft.com/office/officeart/2005/8/layout/hierarchy3"/>
    <dgm:cxn modelId="{2EF8BDCB-9C14-4DA6-8ECB-680616EFDD52}" type="presParOf" srcId="{B6766749-43E0-40DD-B96F-66020A1FB10B}" destId="{EA727A6A-5779-4C56-9F1D-8EF8785D6AD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D34ED6-0187-4B35-9457-EBE34AA7689C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B25CA13A-414B-4CFB-8D98-883EF2C6DF44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es-ES" dirty="0" smtClean="0"/>
            <a:t>Forma de elementos</a:t>
          </a:r>
          <a:endParaRPr lang="es-ES" dirty="0"/>
        </a:p>
      </dgm:t>
    </dgm:pt>
    <dgm:pt modelId="{D42F6207-BD11-4C81-9AAE-9F0D959BD517}" type="parTrans" cxnId="{3A029E63-A0F9-4399-9916-88433B65AD8E}">
      <dgm:prSet/>
      <dgm:spPr/>
      <dgm:t>
        <a:bodyPr/>
        <a:lstStyle/>
        <a:p>
          <a:endParaRPr lang="es-ES"/>
        </a:p>
      </dgm:t>
    </dgm:pt>
    <dgm:pt modelId="{26AF1118-09FA-4EE1-9F89-66CE3927297B}" type="sibTrans" cxnId="{3A029E63-A0F9-4399-9916-88433B65AD8E}">
      <dgm:prSet/>
      <dgm:spPr/>
      <dgm:t>
        <a:bodyPr/>
        <a:lstStyle/>
        <a:p>
          <a:endParaRPr lang="es-ES"/>
        </a:p>
      </dgm:t>
    </dgm:pt>
    <dgm:pt modelId="{80614B15-8E21-487D-9B05-5489EF7B8706}">
      <dgm:prSet phldrT="[Texto]"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Continuo</a:t>
          </a:r>
          <a:endParaRPr lang="es-ES" dirty="0"/>
        </a:p>
      </dgm:t>
    </dgm:pt>
    <dgm:pt modelId="{5E056CBE-E8E8-4D9A-88E1-F5911BE459E6}" type="parTrans" cxnId="{55B7B48C-7868-4C45-899D-F0287B290E4A}">
      <dgm:prSet/>
      <dgm:spPr/>
      <dgm:t>
        <a:bodyPr/>
        <a:lstStyle/>
        <a:p>
          <a:endParaRPr lang="es-ES"/>
        </a:p>
      </dgm:t>
    </dgm:pt>
    <dgm:pt modelId="{FADB177E-4E6F-4389-B977-2CFFB63A6AFE}" type="sibTrans" cxnId="{55B7B48C-7868-4C45-899D-F0287B290E4A}">
      <dgm:prSet/>
      <dgm:spPr/>
      <dgm:t>
        <a:bodyPr/>
        <a:lstStyle/>
        <a:p>
          <a:endParaRPr lang="es-ES"/>
        </a:p>
      </dgm:t>
    </dgm:pt>
    <dgm:pt modelId="{04C6CA50-F9F0-4941-8D73-96E66D1B5340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Discreto</a:t>
          </a:r>
          <a:endParaRPr lang="es-ES" dirty="0"/>
        </a:p>
      </dgm:t>
    </dgm:pt>
    <dgm:pt modelId="{EEE2EA38-D2AD-4BBC-9B48-AF8E3B99D1BC}" type="parTrans" cxnId="{C8C60550-7C4B-4572-AEAB-95B774EFD688}">
      <dgm:prSet/>
      <dgm:spPr/>
      <dgm:t>
        <a:bodyPr/>
        <a:lstStyle/>
        <a:p>
          <a:endParaRPr lang="es-ES"/>
        </a:p>
      </dgm:t>
    </dgm:pt>
    <dgm:pt modelId="{3A99E99B-F2F6-4D4A-AED6-5D462F5220ED}" type="sibTrans" cxnId="{C8C60550-7C4B-4572-AEAB-95B774EFD688}">
      <dgm:prSet/>
      <dgm:spPr/>
      <dgm:t>
        <a:bodyPr/>
        <a:lstStyle/>
        <a:p>
          <a:endParaRPr lang="es-ES"/>
        </a:p>
      </dgm:t>
    </dgm:pt>
    <dgm:pt modelId="{41036EB3-25D5-4570-BC2C-D26483D2DDE9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solidFill>
          <a:srgbClr val="00B050"/>
        </a:solidFill>
      </dgm:spPr>
      <dgm:t>
        <a:bodyPr/>
        <a:lstStyle/>
        <a:p>
          <a:r>
            <a:rPr lang="es-ES" dirty="0" smtClean="0"/>
            <a:t>Agente</a:t>
          </a:r>
          <a:endParaRPr lang="es-ES" dirty="0"/>
        </a:p>
      </dgm:t>
    </dgm:pt>
    <dgm:pt modelId="{C0062339-CF04-4BF5-B6A0-3FAEA3FACCCE}" type="parTrans" cxnId="{FCC317D6-D579-4863-96E7-720B5155E42A}">
      <dgm:prSet/>
      <dgm:spPr/>
      <dgm:t>
        <a:bodyPr/>
        <a:lstStyle/>
        <a:p>
          <a:endParaRPr lang="es-ES"/>
        </a:p>
      </dgm:t>
    </dgm:pt>
    <dgm:pt modelId="{F06CCB93-F465-4895-8C8E-799E8BDC2999}" type="sibTrans" cxnId="{FCC317D6-D579-4863-96E7-720B5155E42A}">
      <dgm:prSet/>
      <dgm:spPr/>
      <dgm:t>
        <a:bodyPr/>
        <a:lstStyle/>
        <a:p>
          <a:endParaRPr lang="es-ES"/>
        </a:p>
      </dgm:t>
    </dgm:pt>
    <dgm:pt modelId="{771AA8CA-059E-4E2F-8454-BB4B838ACE04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smtClean="0"/>
            <a:t>Individual</a:t>
          </a:r>
          <a:endParaRPr lang="es-ES" dirty="0"/>
        </a:p>
      </dgm:t>
    </dgm:pt>
    <dgm:pt modelId="{B9D71A4A-30DA-44D9-974C-8966ED5885E1}" type="parTrans" cxnId="{67B75F29-8270-4BAA-B5E2-7ADA055944B1}">
      <dgm:prSet/>
      <dgm:spPr/>
      <dgm:t>
        <a:bodyPr/>
        <a:lstStyle/>
        <a:p>
          <a:endParaRPr lang="es-ES"/>
        </a:p>
      </dgm:t>
    </dgm:pt>
    <dgm:pt modelId="{5F7D957A-1B9C-4455-BEE6-6EC075FD998D}" type="sibTrans" cxnId="{67B75F29-8270-4BAA-B5E2-7ADA055944B1}">
      <dgm:prSet/>
      <dgm:spPr/>
      <dgm:t>
        <a:bodyPr/>
        <a:lstStyle/>
        <a:p>
          <a:endParaRPr lang="es-ES"/>
        </a:p>
      </dgm:t>
    </dgm:pt>
    <dgm:pt modelId="{AB0BA70F-8468-4E02-BE92-ED212A16BC8F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dirty="0" err="1" smtClean="0"/>
            <a:t>Multiagente</a:t>
          </a:r>
          <a:endParaRPr lang="es-ES" dirty="0"/>
        </a:p>
      </dgm:t>
    </dgm:pt>
    <dgm:pt modelId="{F28F5819-2876-4722-A0E8-04D3C851BA1B}" type="parTrans" cxnId="{9D0B6FB9-060E-4F84-8B8E-ADCEC3C7359D}">
      <dgm:prSet/>
      <dgm:spPr/>
      <dgm:t>
        <a:bodyPr/>
        <a:lstStyle/>
        <a:p>
          <a:endParaRPr lang="es-ES"/>
        </a:p>
      </dgm:t>
    </dgm:pt>
    <dgm:pt modelId="{6B417E0C-A5FF-477A-8634-1A07B81E99A0}" type="sibTrans" cxnId="{9D0B6FB9-060E-4F84-8B8E-ADCEC3C7359D}">
      <dgm:prSet/>
      <dgm:spPr/>
      <dgm:t>
        <a:bodyPr/>
        <a:lstStyle/>
        <a:p>
          <a:endParaRPr lang="es-ES"/>
        </a:p>
      </dgm:t>
    </dgm:pt>
    <dgm:pt modelId="{2B944F67-79E6-4367-8107-285C4E5554B6}" type="pres">
      <dgm:prSet presAssocID="{CCD34ED6-0187-4B35-9457-EBE34AA7689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292B6797-F712-48BA-9AEB-73CA2FEF5FCE}" type="pres">
      <dgm:prSet presAssocID="{B25CA13A-414B-4CFB-8D98-883EF2C6DF44}" presName="root" presStyleCnt="0"/>
      <dgm:spPr/>
    </dgm:pt>
    <dgm:pt modelId="{1A201EC7-FA02-4710-BF0E-B4BFC1BF1ECC}" type="pres">
      <dgm:prSet presAssocID="{B25CA13A-414B-4CFB-8D98-883EF2C6DF44}" presName="rootComposite" presStyleCnt="0"/>
      <dgm:spPr/>
    </dgm:pt>
    <dgm:pt modelId="{B48C7510-3E59-4037-8310-1B099D29B616}" type="pres">
      <dgm:prSet presAssocID="{B25CA13A-414B-4CFB-8D98-883EF2C6DF44}" presName="rootText" presStyleLbl="node1" presStyleIdx="0" presStyleCnt="2"/>
      <dgm:spPr/>
      <dgm:t>
        <a:bodyPr/>
        <a:lstStyle/>
        <a:p>
          <a:endParaRPr lang="es-ES"/>
        </a:p>
      </dgm:t>
    </dgm:pt>
    <dgm:pt modelId="{46FCA13F-6330-4294-940A-9CFA6A6EC877}" type="pres">
      <dgm:prSet presAssocID="{B25CA13A-414B-4CFB-8D98-883EF2C6DF44}" presName="rootConnector" presStyleLbl="node1" presStyleIdx="0" presStyleCnt="2"/>
      <dgm:spPr/>
      <dgm:t>
        <a:bodyPr/>
        <a:lstStyle/>
        <a:p>
          <a:endParaRPr lang="es-ES"/>
        </a:p>
      </dgm:t>
    </dgm:pt>
    <dgm:pt modelId="{64F51123-F9C3-4183-8C97-9C9C4E8B5E69}" type="pres">
      <dgm:prSet presAssocID="{B25CA13A-414B-4CFB-8D98-883EF2C6DF44}" presName="childShape" presStyleCnt="0"/>
      <dgm:spPr/>
    </dgm:pt>
    <dgm:pt modelId="{5227A652-7EC8-41B2-A844-A16C1582E540}" type="pres">
      <dgm:prSet presAssocID="{5E056CBE-E8E8-4D9A-88E1-F5911BE459E6}" presName="Name13" presStyleLbl="parChTrans1D2" presStyleIdx="0" presStyleCnt="4"/>
      <dgm:spPr/>
      <dgm:t>
        <a:bodyPr/>
        <a:lstStyle/>
        <a:p>
          <a:endParaRPr lang="es-ES"/>
        </a:p>
      </dgm:t>
    </dgm:pt>
    <dgm:pt modelId="{4C640928-DD53-4577-80E0-299D6AA2A73F}" type="pres">
      <dgm:prSet presAssocID="{80614B15-8E21-487D-9B05-5489EF7B8706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88944D8-1A3F-4541-8338-AB0EC3F6F201}" type="pres">
      <dgm:prSet presAssocID="{EEE2EA38-D2AD-4BBC-9B48-AF8E3B99D1BC}" presName="Name13" presStyleLbl="parChTrans1D2" presStyleIdx="1" presStyleCnt="4"/>
      <dgm:spPr/>
      <dgm:t>
        <a:bodyPr/>
        <a:lstStyle/>
        <a:p>
          <a:endParaRPr lang="es-ES"/>
        </a:p>
      </dgm:t>
    </dgm:pt>
    <dgm:pt modelId="{83E173BB-AC48-4805-A11C-F80F2BC3208E}" type="pres">
      <dgm:prSet presAssocID="{04C6CA50-F9F0-4941-8D73-96E66D1B5340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14705154-25DF-4A81-9344-EF54AD9E7F98}" type="pres">
      <dgm:prSet presAssocID="{41036EB3-25D5-4570-BC2C-D26483D2DDE9}" presName="root" presStyleCnt="0"/>
      <dgm:spPr/>
    </dgm:pt>
    <dgm:pt modelId="{2D3E87C7-BEDE-4BC2-9FFC-ED7115C2A9E0}" type="pres">
      <dgm:prSet presAssocID="{41036EB3-25D5-4570-BC2C-D26483D2DDE9}" presName="rootComposite" presStyleCnt="0"/>
      <dgm:spPr/>
    </dgm:pt>
    <dgm:pt modelId="{D0358B66-4209-4EFC-AE51-6FD91759C2A7}" type="pres">
      <dgm:prSet presAssocID="{41036EB3-25D5-4570-BC2C-D26483D2DDE9}" presName="rootText" presStyleLbl="node1" presStyleIdx="1" presStyleCnt="2" custLinFactNeighborX="-94" custLinFactNeighborY="1316"/>
      <dgm:spPr/>
      <dgm:t>
        <a:bodyPr/>
        <a:lstStyle/>
        <a:p>
          <a:endParaRPr lang="es-ES"/>
        </a:p>
      </dgm:t>
    </dgm:pt>
    <dgm:pt modelId="{F22531F1-7BBC-4CC6-A211-09EB7F06D6D5}" type="pres">
      <dgm:prSet presAssocID="{41036EB3-25D5-4570-BC2C-D26483D2DDE9}" presName="rootConnector" presStyleLbl="node1" presStyleIdx="1" presStyleCnt="2"/>
      <dgm:spPr/>
      <dgm:t>
        <a:bodyPr/>
        <a:lstStyle/>
        <a:p>
          <a:endParaRPr lang="es-ES"/>
        </a:p>
      </dgm:t>
    </dgm:pt>
    <dgm:pt modelId="{B6766749-43E0-40DD-B96F-66020A1FB10B}" type="pres">
      <dgm:prSet presAssocID="{41036EB3-25D5-4570-BC2C-D26483D2DDE9}" presName="childShape" presStyleCnt="0"/>
      <dgm:spPr/>
    </dgm:pt>
    <dgm:pt modelId="{B47CB1EA-CE33-40A7-B97D-BE5F246CB09E}" type="pres">
      <dgm:prSet presAssocID="{B9D71A4A-30DA-44D9-974C-8966ED5885E1}" presName="Name13" presStyleLbl="parChTrans1D2" presStyleIdx="2" presStyleCnt="4"/>
      <dgm:spPr/>
      <dgm:t>
        <a:bodyPr/>
        <a:lstStyle/>
        <a:p>
          <a:endParaRPr lang="es-ES"/>
        </a:p>
      </dgm:t>
    </dgm:pt>
    <dgm:pt modelId="{F24B12D2-31C7-46F1-BB7C-F89AA7AFD87A}" type="pres">
      <dgm:prSet presAssocID="{771AA8CA-059E-4E2F-8454-BB4B838ACE04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A0735059-B84B-4B3C-8342-1C3874E0A6D4}" type="pres">
      <dgm:prSet presAssocID="{F28F5819-2876-4722-A0E8-04D3C851BA1B}" presName="Name13" presStyleLbl="parChTrans1D2" presStyleIdx="3" presStyleCnt="4"/>
      <dgm:spPr/>
      <dgm:t>
        <a:bodyPr/>
        <a:lstStyle/>
        <a:p>
          <a:endParaRPr lang="es-ES"/>
        </a:p>
      </dgm:t>
    </dgm:pt>
    <dgm:pt modelId="{EA727A6A-5779-4C56-9F1D-8EF8785D6ADF}" type="pres">
      <dgm:prSet presAssocID="{AB0BA70F-8468-4E02-BE92-ED212A16BC8F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E2251D3-E064-4090-990D-1A03E2BED5C0}" type="presOf" srcId="{41036EB3-25D5-4570-BC2C-D26483D2DDE9}" destId="{F22531F1-7BBC-4CC6-A211-09EB7F06D6D5}" srcOrd="1" destOrd="0" presId="urn:microsoft.com/office/officeart/2005/8/layout/hierarchy3"/>
    <dgm:cxn modelId="{55B7B48C-7868-4C45-899D-F0287B290E4A}" srcId="{B25CA13A-414B-4CFB-8D98-883EF2C6DF44}" destId="{80614B15-8E21-487D-9B05-5489EF7B8706}" srcOrd="0" destOrd="0" parTransId="{5E056CBE-E8E8-4D9A-88E1-F5911BE459E6}" sibTransId="{FADB177E-4E6F-4389-B977-2CFFB63A6AFE}"/>
    <dgm:cxn modelId="{D4EDCAA9-DCA9-458F-887C-5EDFACC59748}" type="presOf" srcId="{80614B15-8E21-487D-9B05-5489EF7B8706}" destId="{4C640928-DD53-4577-80E0-299D6AA2A73F}" srcOrd="0" destOrd="0" presId="urn:microsoft.com/office/officeart/2005/8/layout/hierarchy3"/>
    <dgm:cxn modelId="{FCC317D6-D579-4863-96E7-720B5155E42A}" srcId="{CCD34ED6-0187-4B35-9457-EBE34AA7689C}" destId="{41036EB3-25D5-4570-BC2C-D26483D2DDE9}" srcOrd="1" destOrd="0" parTransId="{C0062339-CF04-4BF5-B6A0-3FAEA3FACCCE}" sibTransId="{F06CCB93-F465-4895-8C8E-799E8BDC2999}"/>
    <dgm:cxn modelId="{4A5EE3A5-6AF3-4B66-BD19-E60933C8DA7F}" type="presOf" srcId="{B9D71A4A-30DA-44D9-974C-8966ED5885E1}" destId="{B47CB1EA-CE33-40A7-B97D-BE5F246CB09E}" srcOrd="0" destOrd="0" presId="urn:microsoft.com/office/officeart/2005/8/layout/hierarchy3"/>
    <dgm:cxn modelId="{3A029E63-A0F9-4399-9916-88433B65AD8E}" srcId="{CCD34ED6-0187-4B35-9457-EBE34AA7689C}" destId="{B25CA13A-414B-4CFB-8D98-883EF2C6DF44}" srcOrd="0" destOrd="0" parTransId="{D42F6207-BD11-4C81-9AAE-9F0D959BD517}" sibTransId="{26AF1118-09FA-4EE1-9F89-66CE3927297B}"/>
    <dgm:cxn modelId="{67B75F29-8270-4BAA-B5E2-7ADA055944B1}" srcId="{41036EB3-25D5-4570-BC2C-D26483D2DDE9}" destId="{771AA8CA-059E-4E2F-8454-BB4B838ACE04}" srcOrd="0" destOrd="0" parTransId="{B9D71A4A-30DA-44D9-974C-8966ED5885E1}" sibTransId="{5F7D957A-1B9C-4455-BEE6-6EC075FD998D}"/>
    <dgm:cxn modelId="{93FCF475-1502-4B4A-AC1F-259D50E83336}" type="presOf" srcId="{AB0BA70F-8468-4E02-BE92-ED212A16BC8F}" destId="{EA727A6A-5779-4C56-9F1D-8EF8785D6ADF}" srcOrd="0" destOrd="0" presId="urn:microsoft.com/office/officeart/2005/8/layout/hierarchy3"/>
    <dgm:cxn modelId="{0628D5A3-8779-47B7-BF1A-FE979FF94B9E}" type="presOf" srcId="{F28F5819-2876-4722-A0E8-04D3C851BA1B}" destId="{A0735059-B84B-4B3C-8342-1C3874E0A6D4}" srcOrd="0" destOrd="0" presId="urn:microsoft.com/office/officeart/2005/8/layout/hierarchy3"/>
    <dgm:cxn modelId="{4EF90605-A914-4A6D-B9A4-D05454E23677}" type="presOf" srcId="{41036EB3-25D5-4570-BC2C-D26483D2DDE9}" destId="{D0358B66-4209-4EFC-AE51-6FD91759C2A7}" srcOrd="0" destOrd="0" presId="urn:microsoft.com/office/officeart/2005/8/layout/hierarchy3"/>
    <dgm:cxn modelId="{FD5A87C1-AF09-41FA-BB7B-EDE2AFD5BDE1}" type="presOf" srcId="{771AA8CA-059E-4E2F-8454-BB4B838ACE04}" destId="{F24B12D2-31C7-46F1-BB7C-F89AA7AFD87A}" srcOrd="0" destOrd="0" presId="urn:microsoft.com/office/officeart/2005/8/layout/hierarchy3"/>
    <dgm:cxn modelId="{B197F8D4-F1AE-40FE-849E-F7EE8D5C5436}" type="presOf" srcId="{04C6CA50-F9F0-4941-8D73-96E66D1B5340}" destId="{83E173BB-AC48-4805-A11C-F80F2BC3208E}" srcOrd="0" destOrd="0" presId="urn:microsoft.com/office/officeart/2005/8/layout/hierarchy3"/>
    <dgm:cxn modelId="{8FCA5BC5-AD9F-44EA-AA2B-EC91D286531C}" type="presOf" srcId="{B25CA13A-414B-4CFB-8D98-883EF2C6DF44}" destId="{46FCA13F-6330-4294-940A-9CFA6A6EC877}" srcOrd="1" destOrd="0" presId="urn:microsoft.com/office/officeart/2005/8/layout/hierarchy3"/>
    <dgm:cxn modelId="{D32099D6-432C-43FE-8A58-834375732E4C}" type="presOf" srcId="{EEE2EA38-D2AD-4BBC-9B48-AF8E3B99D1BC}" destId="{588944D8-1A3F-4541-8338-AB0EC3F6F201}" srcOrd="0" destOrd="0" presId="urn:microsoft.com/office/officeart/2005/8/layout/hierarchy3"/>
    <dgm:cxn modelId="{A2561EB3-7F90-4E64-A67A-DAF9FBFE515F}" type="presOf" srcId="{B25CA13A-414B-4CFB-8D98-883EF2C6DF44}" destId="{B48C7510-3E59-4037-8310-1B099D29B616}" srcOrd="0" destOrd="0" presId="urn:microsoft.com/office/officeart/2005/8/layout/hierarchy3"/>
    <dgm:cxn modelId="{96F003E7-C4ED-4065-8448-562D864DDE42}" type="presOf" srcId="{5E056CBE-E8E8-4D9A-88E1-F5911BE459E6}" destId="{5227A652-7EC8-41B2-A844-A16C1582E540}" srcOrd="0" destOrd="0" presId="urn:microsoft.com/office/officeart/2005/8/layout/hierarchy3"/>
    <dgm:cxn modelId="{C8C60550-7C4B-4572-AEAB-95B774EFD688}" srcId="{B25CA13A-414B-4CFB-8D98-883EF2C6DF44}" destId="{04C6CA50-F9F0-4941-8D73-96E66D1B5340}" srcOrd="1" destOrd="0" parTransId="{EEE2EA38-D2AD-4BBC-9B48-AF8E3B99D1BC}" sibTransId="{3A99E99B-F2F6-4D4A-AED6-5D462F5220ED}"/>
    <dgm:cxn modelId="{9D0B6FB9-060E-4F84-8B8E-ADCEC3C7359D}" srcId="{41036EB3-25D5-4570-BC2C-D26483D2DDE9}" destId="{AB0BA70F-8468-4E02-BE92-ED212A16BC8F}" srcOrd="1" destOrd="0" parTransId="{F28F5819-2876-4722-A0E8-04D3C851BA1B}" sibTransId="{6B417E0C-A5FF-477A-8634-1A07B81E99A0}"/>
    <dgm:cxn modelId="{E6E28E0E-789A-40B1-846F-49AA8C991817}" type="presOf" srcId="{CCD34ED6-0187-4B35-9457-EBE34AA7689C}" destId="{2B944F67-79E6-4367-8107-285C4E5554B6}" srcOrd="0" destOrd="0" presId="urn:microsoft.com/office/officeart/2005/8/layout/hierarchy3"/>
    <dgm:cxn modelId="{BE65DDE5-C028-4002-9AAB-DA7FB21639DA}" type="presParOf" srcId="{2B944F67-79E6-4367-8107-285C4E5554B6}" destId="{292B6797-F712-48BA-9AEB-73CA2FEF5FCE}" srcOrd="0" destOrd="0" presId="urn:microsoft.com/office/officeart/2005/8/layout/hierarchy3"/>
    <dgm:cxn modelId="{A11C8A7B-C96F-4393-AC37-A2410EC6AAB8}" type="presParOf" srcId="{292B6797-F712-48BA-9AEB-73CA2FEF5FCE}" destId="{1A201EC7-FA02-4710-BF0E-B4BFC1BF1ECC}" srcOrd="0" destOrd="0" presId="urn:microsoft.com/office/officeart/2005/8/layout/hierarchy3"/>
    <dgm:cxn modelId="{C9B7A338-F04F-485E-AA03-5EB136F54CB3}" type="presParOf" srcId="{1A201EC7-FA02-4710-BF0E-B4BFC1BF1ECC}" destId="{B48C7510-3E59-4037-8310-1B099D29B616}" srcOrd="0" destOrd="0" presId="urn:microsoft.com/office/officeart/2005/8/layout/hierarchy3"/>
    <dgm:cxn modelId="{149D8731-6D92-4CDF-95F1-73FBFF91C054}" type="presParOf" srcId="{1A201EC7-FA02-4710-BF0E-B4BFC1BF1ECC}" destId="{46FCA13F-6330-4294-940A-9CFA6A6EC877}" srcOrd="1" destOrd="0" presId="urn:microsoft.com/office/officeart/2005/8/layout/hierarchy3"/>
    <dgm:cxn modelId="{41929F99-B112-4D93-B2FB-CDF8BB2AAE8E}" type="presParOf" srcId="{292B6797-F712-48BA-9AEB-73CA2FEF5FCE}" destId="{64F51123-F9C3-4183-8C97-9C9C4E8B5E69}" srcOrd="1" destOrd="0" presId="urn:microsoft.com/office/officeart/2005/8/layout/hierarchy3"/>
    <dgm:cxn modelId="{D54369A3-99AB-4A35-A330-BEE40DAC6AF8}" type="presParOf" srcId="{64F51123-F9C3-4183-8C97-9C9C4E8B5E69}" destId="{5227A652-7EC8-41B2-A844-A16C1582E540}" srcOrd="0" destOrd="0" presId="urn:microsoft.com/office/officeart/2005/8/layout/hierarchy3"/>
    <dgm:cxn modelId="{B41B2274-3D45-4B38-9155-858EAC6B6605}" type="presParOf" srcId="{64F51123-F9C3-4183-8C97-9C9C4E8B5E69}" destId="{4C640928-DD53-4577-80E0-299D6AA2A73F}" srcOrd="1" destOrd="0" presId="urn:microsoft.com/office/officeart/2005/8/layout/hierarchy3"/>
    <dgm:cxn modelId="{50DE1672-85AB-4513-98CC-3F95CDD10548}" type="presParOf" srcId="{64F51123-F9C3-4183-8C97-9C9C4E8B5E69}" destId="{588944D8-1A3F-4541-8338-AB0EC3F6F201}" srcOrd="2" destOrd="0" presId="urn:microsoft.com/office/officeart/2005/8/layout/hierarchy3"/>
    <dgm:cxn modelId="{0F947C62-F2A0-409A-BF7E-C1200D305C5F}" type="presParOf" srcId="{64F51123-F9C3-4183-8C97-9C9C4E8B5E69}" destId="{83E173BB-AC48-4805-A11C-F80F2BC3208E}" srcOrd="3" destOrd="0" presId="urn:microsoft.com/office/officeart/2005/8/layout/hierarchy3"/>
    <dgm:cxn modelId="{77A2EF55-4891-420E-811F-7CEA5C6BE1C5}" type="presParOf" srcId="{2B944F67-79E6-4367-8107-285C4E5554B6}" destId="{14705154-25DF-4A81-9344-EF54AD9E7F98}" srcOrd="1" destOrd="0" presId="urn:microsoft.com/office/officeart/2005/8/layout/hierarchy3"/>
    <dgm:cxn modelId="{DB6CB9BE-C022-4864-8F39-ED1C3AB8ACFE}" type="presParOf" srcId="{14705154-25DF-4A81-9344-EF54AD9E7F98}" destId="{2D3E87C7-BEDE-4BC2-9FFC-ED7115C2A9E0}" srcOrd="0" destOrd="0" presId="urn:microsoft.com/office/officeart/2005/8/layout/hierarchy3"/>
    <dgm:cxn modelId="{E8CEA7BD-9616-4F34-B305-A8EBA4AF6432}" type="presParOf" srcId="{2D3E87C7-BEDE-4BC2-9FFC-ED7115C2A9E0}" destId="{D0358B66-4209-4EFC-AE51-6FD91759C2A7}" srcOrd="0" destOrd="0" presId="urn:microsoft.com/office/officeart/2005/8/layout/hierarchy3"/>
    <dgm:cxn modelId="{5321645A-B15D-48F2-85BA-F0B7FF433951}" type="presParOf" srcId="{2D3E87C7-BEDE-4BC2-9FFC-ED7115C2A9E0}" destId="{F22531F1-7BBC-4CC6-A211-09EB7F06D6D5}" srcOrd="1" destOrd="0" presId="urn:microsoft.com/office/officeart/2005/8/layout/hierarchy3"/>
    <dgm:cxn modelId="{ED38DC3B-A1F3-4C76-9BBD-53571F50085B}" type="presParOf" srcId="{14705154-25DF-4A81-9344-EF54AD9E7F98}" destId="{B6766749-43E0-40DD-B96F-66020A1FB10B}" srcOrd="1" destOrd="0" presId="urn:microsoft.com/office/officeart/2005/8/layout/hierarchy3"/>
    <dgm:cxn modelId="{E10706E5-AD6A-4E47-8099-E9259134184F}" type="presParOf" srcId="{B6766749-43E0-40DD-B96F-66020A1FB10B}" destId="{B47CB1EA-CE33-40A7-B97D-BE5F246CB09E}" srcOrd="0" destOrd="0" presId="urn:microsoft.com/office/officeart/2005/8/layout/hierarchy3"/>
    <dgm:cxn modelId="{7D08E544-84BA-426C-A438-029B45679526}" type="presParOf" srcId="{B6766749-43E0-40DD-B96F-66020A1FB10B}" destId="{F24B12D2-31C7-46F1-BB7C-F89AA7AFD87A}" srcOrd="1" destOrd="0" presId="urn:microsoft.com/office/officeart/2005/8/layout/hierarchy3"/>
    <dgm:cxn modelId="{2B5012D7-859B-46AC-BAC0-1F83D0CD4A3B}" type="presParOf" srcId="{B6766749-43E0-40DD-B96F-66020A1FB10B}" destId="{A0735059-B84B-4B3C-8342-1C3874E0A6D4}" srcOrd="2" destOrd="0" presId="urn:microsoft.com/office/officeart/2005/8/layout/hierarchy3"/>
    <dgm:cxn modelId="{B925EBDA-5683-4498-A21C-7DEEC0F68946}" type="presParOf" srcId="{B6766749-43E0-40DD-B96F-66020A1FB10B}" destId="{EA727A6A-5779-4C56-9F1D-8EF8785D6ADF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FA95EE-E0EE-4728-8495-94706558732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762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1EB73-6073-4F0B-ABC6-E8A68A33B7F0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553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5BC53-C3E6-46B5-9273-73206820ABE9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0850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91946-A318-4281-AD05-68DE42D05836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7489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AE530-9DF7-4D66-942F-DADC7C31D075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5598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3B7A9-88DE-4B86-B7B0-6A2CC0A4B121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4873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5DDA7-1D92-452F-8E78-A06D459AD6EF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13993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C2600-F152-4D75-A1CF-42E7B0369884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1459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9"/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 smtClean="0"/>
              <a:t>Haga clic en el icono para agregar una imagen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5D1096C-C1E6-42BC-B0DA-901EF0AF3FB8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6023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9A1EC9-AC32-4A51-8532-4133B72E61F9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55987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DB52A-1044-4A4F-888A-8A542E83F04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2840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52600"/>
            <a:ext cx="7620000" cy="437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el estilo de texto del patrón</a:t>
            </a:r>
          </a:p>
          <a:p>
            <a:pPr lvl="1"/>
            <a:r>
              <a:rPr lang="es-ES" altLang="es-ES" smtClean="0"/>
              <a:t>Segundo nivel</a:t>
            </a:r>
          </a:p>
          <a:p>
            <a:pPr lvl="2"/>
            <a:r>
              <a:rPr lang="es-ES" altLang="es-ES" smtClean="0"/>
              <a:t>Tercer nivel</a:t>
            </a:r>
          </a:p>
          <a:p>
            <a:pPr lvl="3"/>
            <a:r>
              <a:rPr lang="es-ES" altLang="es-ES" smtClean="0"/>
              <a:t>Cuarto nivel</a:t>
            </a:r>
          </a:p>
          <a:p>
            <a:pPr lvl="4"/>
            <a:r>
              <a:rPr lang="es-ES" altLang="es-ES" smtClean="0"/>
              <a:t>Quinto nivel</a:t>
            </a:r>
            <a:endParaRPr lang="en-US" altLang="es-E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  <a:cs typeface="+mn-cs"/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  <a:cs typeface="+mn-cs"/>
              </a:defRPr>
            </a:lvl1pPr>
          </a:lstStyle>
          <a:p>
            <a:pPr>
              <a:defRPr/>
            </a:pPr>
            <a:fld id="{5AFFAD13-7241-4015-A39D-605E95880184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  <p:sp>
        <p:nvSpPr>
          <p:cNvPr id="7" name="Rectangle 6"/>
          <p:cNvSpPr/>
          <p:nvPr/>
        </p:nvSpPr>
        <p:spPr>
          <a:xfrm>
            <a:off x="9001125" y="0"/>
            <a:ext cx="142875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5" y="1371600"/>
            <a:ext cx="142875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34" r:id="rId2"/>
    <p:sldLayoutId id="2147483935" r:id="rId3"/>
    <p:sldLayoutId id="2147483936" r:id="rId4"/>
    <p:sldLayoutId id="2147483937" r:id="rId5"/>
    <p:sldLayoutId id="2147483938" r:id="rId6"/>
    <p:sldLayoutId id="2147483939" r:id="rId7"/>
    <p:sldLayoutId id="2147483940" r:id="rId8"/>
    <p:sldLayoutId id="2147483944" r:id="rId9"/>
    <p:sldLayoutId id="2147483941" r:id="rId10"/>
    <p:sldLayoutId id="214748394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ts val="600"/>
        </a:spcAft>
        <a:buFont typeface="Arial" charset="0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28600"/>
            <a:ext cx="7772400" cy="4572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s-ES_tradnl" sz="6000" dirty="0" smtClean="0"/>
              <a:t>AGENTES INTELIGENTES</a:t>
            </a: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ES_tradnl" dirty="0" err="1" smtClean="0"/>
              <a:t>aGENTE</a:t>
            </a:r>
            <a:endParaRPr lang="es-ES_tradnl" dirty="0" smtClean="0">
              <a:solidFill>
                <a:srgbClr val="FF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s-ES_tradnl" altLang="es-ES" smtClean="0"/>
              <a:t> </a:t>
            </a:r>
          </a:p>
          <a:p>
            <a:pPr marL="0" indent="0" eaLnBrk="1" hangingPunct="1"/>
            <a:r>
              <a:rPr lang="es-ES_tradnl" altLang="es-ES" smtClean="0"/>
              <a:t>Entidad que interactua</a:t>
            </a:r>
          </a:p>
          <a:p>
            <a:pPr marL="0" indent="0" eaLnBrk="1" hangingPunct="1"/>
            <a:r>
              <a:rPr lang="es-ES_tradnl" altLang="es-ES" smtClean="0"/>
              <a:t>en un ambiente</a:t>
            </a:r>
          </a:p>
        </p:txBody>
      </p:sp>
      <p:sp>
        <p:nvSpPr>
          <p:cNvPr id="5124" name="AutoShape 5" descr="Resultado de imagen para AGENTES INTELIGENT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spcAft>
                <a:spcPts val="600"/>
              </a:spcAft>
              <a:buFont typeface="Arial" charset="0"/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BO" altLang="es-ES" sz="1800" b="0"/>
          </a:p>
        </p:txBody>
      </p:sp>
      <p:sp>
        <p:nvSpPr>
          <p:cNvPr id="5125" name="AutoShape 7" descr="Resultado de imagen para AGENTES INTELIGENTES"/>
          <p:cNvSpPr>
            <a:spLocks noChangeAspect="1" noChangeArrowheads="1"/>
          </p:cNvSpPr>
          <p:nvPr/>
        </p:nvSpPr>
        <p:spPr bwMode="auto"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spcAft>
                <a:spcPts val="600"/>
              </a:spcAft>
              <a:buFont typeface="Arial" charset="0"/>
              <a:defRPr sz="2000"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s-BO" altLang="es-ES" sz="1800" b="0"/>
          </a:p>
        </p:txBody>
      </p:sp>
      <p:pic>
        <p:nvPicPr>
          <p:cNvPr id="5126" name="Picture 8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2420938"/>
            <a:ext cx="4023168" cy="288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4076700"/>
            <a:ext cx="146685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/>
              <a:t>RACIONALIDAD</a:t>
            </a:r>
            <a:endParaRPr lang="es-ES" dirty="0"/>
          </a:p>
        </p:txBody>
      </p:sp>
      <p:sp>
        <p:nvSpPr>
          <p:cNvPr id="6147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mtClean="0"/>
              <a:t>MEDIDA DE DESEMPEÑO</a:t>
            </a:r>
          </a:p>
          <a:p>
            <a:r>
              <a:rPr lang="es-ES" altLang="es-ES" smtClean="0"/>
              <a:t>	COMO?</a:t>
            </a:r>
          </a:p>
          <a:p>
            <a:r>
              <a:rPr lang="es-ES" altLang="es-ES" smtClean="0"/>
              <a:t>      </a:t>
            </a:r>
          </a:p>
          <a:p>
            <a:r>
              <a:rPr lang="es-ES" altLang="es-ES" smtClean="0"/>
              <a:t>     CUANDO?</a:t>
            </a:r>
          </a:p>
        </p:txBody>
      </p:sp>
      <p:pic>
        <p:nvPicPr>
          <p:cNvPr id="6148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276475"/>
            <a:ext cx="5272088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APRENDIZAJE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No solo recopile información</a:t>
            </a:r>
          </a:p>
          <a:p>
            <a:r>
              <a:rPr lang="es-ES" dirty="0" smtClean="0"/>
              <a:t>Aprenda de sus experiencias y percepciones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84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autonomia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	Decisión debe apoyarse más en las experiencias que el conocimiento preliminar del diseñador.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6504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DEFINICION R.E.A.S.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RENDIMIENTO</a:t>
            </a:r>
          </a:p>
          <a:p>
            <a:r>
              <a:rPr lang="es-ES" dirty="0" smtClean="0"/>
              <a:t>ENTORNO</a:t>
            </a:r>
          </a:p>
          <a:p>
            <a:r>
              <a:rPr lang="es-ES" dirty="0" smtClean="0"/>
              <a:t>ACTUADORES</a:t>
            </a:r>
          </a:p>
          <a:p>
            <a:r>
              <a:rPr lang="es-ES" dirty="0" smtClean="0"/>
              <a:t>SENSORES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070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Mapeo </a:t>
            </a:r>
            <a:r>
              <a:rPr lang="es-ES" dirty="0" err="1" smtClean="0"/>
              <a:t>percepcion-accion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955509"/>
              </p:ext>
            </p:extLst>
          </p:nvPr>
        </p:nvGraphicFramePr>
        <p:xfrm>
          <a:off x="457200" y="1752600"/>
          <a:ext cx="762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smtClean="0"/>
                        <a:t>PERCEPCION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smtClean="0"/>
                        <a:t>ACCION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31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ESTRUCTURA AGENTE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 smtClean="0"/>
          </a:p>
          <a:p>
            <a:endParaRPr lang="es-ES" dirty="0"/>
          </a:p>
        </p:txBody>
      </p:sp>
      <p:sp>
        <p:nvSpPr>
          <p:cNvPr id="4" name="3 Rectángulo redondeado"/>
          <p:cNvSpPr/>
          <p:nvPr/>
        </p:nvSpPr>
        <p:spPr>
          <a:xfrm>
            <a:off x="251520" y="2924944"/>
            <a:ext cx="2376264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AGENTE</a:t>
            </a:r>
            <a:endParaRPr lang="es-ES" dirty="0"/>
          </a:p>
        </p:txBody>
      </p:sp>
      <p:sp>
        <p:nvSpPr>
          <p:cNvPr id="5" name="4 Rectángulo redondeado"/>
          <p:cNvSpPr/>
          <p:nvPr/>
        </p:nvSpPr>
        <p:spPr>
          <a:xfrm>
            <a:off x="3491880" y="2924944"/>
            <a:ext cx="2304256" cy="14401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ARQUITECTURA</a:t>
            </a:r>
            <a:endParaRPr lang="es-ES" dirty="0"/>
          </a:p>
        </p:txBody>
      </p:sp>
      <p:sp>
        <p:nvSpPr>
          <p:cNvPr id="6" name="5 Rectángulo redondeado"/>
          <p:cNvSpPr/>
          <p:nvPr/>
        </p:nvSpPr>
        <p:spPr>
          <a:xfrm>
            <a:off x="6660232" y="2892287"/>
            <a:ext cx="2232248" cy="14251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PROGRAMA</a:t>
            </a:r>
            <a:endParaRPr lang="es-ES" dirty="0"/>
          </a:p>
        </p:txBody>
      </p:sp>
      <p:sp>
        <p:nvSpPr>
          <p:cNvPr id="7" name="6 Igual que"/>
          <p:cNvSpPr/>
          <p:nvPr/>
        </p:nvSpPr>
        <p:spPr>
          <a:xfrm>
            <a:off x="2611083" y="3182770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7 Más"/>
          <p:cNvSpPr/>
          <p:nvPr/>
        </p:nvSpPr>
        <p:spPr>
          <a:xfrm>
            <a:off x="5796136" y="3245051"/>
            <a:ext cx="792088" cy="729393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38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/>
              <a:t>Agentes </a:t>
            </a:r>
            <a:r>
              <a:rPr lang="es-ES" dirty="0" err="1" smtClean="0"/>
              <a:t>reactivoS</a:t>
            </a:r>
            <a:r>
              <a:rPr lang="es-ES" dirty="0" smtClean="0"/>
              <a:t> de reflejo simple</a:t>
            </a:r>
            <a:endParaRPr lang="es-ES" dirty="0"/>
          </a:p>
        </p:txBody>
      </p:sp>
      <p:sp>
        <p:nvSpPr>
          <p:cNvPr id="7171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altLang="es-ES" smtClean="0"/>
          </a:p>
        </p:txBody>
      </p:sp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844675"/>
            <a:ext cx="74168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smtClean="0"/>
              <a:t>Agente reactivos </a:t>
            </a:r>
            <a:r>
              <a:rPr lang="es-ES" dirty="0" smtClean="0"/>
              <a:t>basado en modelos</a:t>
            </a:r>
            <a:endParaRPr lang="es-ES" dirty="0"/>
          </a:p>
        </p:txBody>
      </p:sp>
      <p:sp>
        <p:nvSpPr>
          <p:cNvPr id="8195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altLang="es-ES" smtClean="0"/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557338"/>
            <a:ext cx="7769225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/>
              <a:t>Agentes basados en meta</a:t>
            </a:r>
            <a:endParaRPr lang="es-ES" dirty="0"/>
          </a:p>
        </p:txBody>
      </p:sp>
      <p:sp>
        <p:nvSpPr>
          <p:cNvPr id="9219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altLang="es-ES" smtClean="0"/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557338"/>
            <a:ext cx="7532687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ES" dirty="0" smtClean="0"/>
              <a:t>Agente basado en utilidad</a:t>
            </a:r>
            <a:endParaRPr lang="es-ES" dirty="0"/>
          </a:p>
        </p:txBody>
      </p:sp>
      <p:sp>
        <p:nvSpPr>
          <p:cNvPr id="1024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altLang="es-ES" smtClean="0"/>
          </a:p>
        </p:txBody>
      </p:sp>
      <p:pic>
        <p:nvPicPr>
          <p:cNvPr id="1024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09725"/>
            <a:ext cx="8239125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s-BO" dirty="0" smtClean="0"/>
              <a:t>Agentes de aprendizaje</a:t>
            </a:r>
            <a:endParaRPr lang="es-BO" dirty="0"/>
          </a:p>
        </p:txBody>
      </p:sp>
      <p:sp>
        <p:nvSpPr>
          <p:cNvPr id="11267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altLang="es-ES" smtClean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700213"/>
            <a:ext cx="6624637" cy="456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Ejemplos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Agente Luminaria</a:t>
            </a:r>
          </a:p>
          <a:p>
            <a:r>
              <a:rPr lang="es-ES" dirty="0"/>
              <a:t>	</a:t>
            </a:r>
            <a:r>
              <a:rPr lang="es-ES" dirty="0" smtClean="0"/>
              <a:t>Sensores: Intensidad de Luz</a:t>
            </a:r>
          </a:p>
          <a:p>
            <a:r>
              <a:rPr lang="es-ES" dirty="0"/>
              <a:t> </a:t>
            </a:r>
            <a:r>
              <a:rPr lang="es-ES" dirty="0" smtClean="0"/>
              <a:t>    Actuadores: Paso de energía eléctrica</a:t>
            </a:r>
          </a:p>
          <a:p>
            <a:r>
              <a:rPr lang="es-ES" dirty="0" smtClean="0"/>
              <a:t>Agente Evita obstáculos</a:t>
            </a:r>
          </a:p>
          <a:p>
            <a:r>
              <a:rPr lang="es-ES" dirty="0"/>
              <a:t>	</a:t>
            </a:r>
            <a:r>
              <a:rPr lang="es-ES" dirty="0" smtClean="0"/>
              <a:t>Sensores: Tacto</a:t>
            </a:r>
          </a:p>
          <a:p>
            <a:r>
              <a:rPr lang="es-ES" dirty="0"/>
              <a:t> </a:t>
            </a:r>
            <a:r>
              <a:rPr lang="es-ES" dirty="0" smtClean="0"/>
              <a:t>    Actuadores: Motores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8510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6203032" cy="13716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PROPIEDADES DE UN Ambiente de agente-1</a:t>
            </a:r>
            <a:endParaRPr lang="es-ES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683816262"/>
              </p:ext>
            </p:extLst>
          </p:nvPr>
        </p:nvGraphicFramePr>
        <p:xfrm>
          <a:off x="1547664" y="191683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640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8C7510-3E59-4037-8310-1B099D29B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27A652-7EC8-41B2-A844-A16C1582E5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C640928-DD53-4577-80E0-299D6AA2A7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8944D8-1A3F-4541-8338-AB0EC3F6F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E173BB-AC48-4805-A11C-F80F2BC320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358B66-4209-4EFC-AE51-6FD91759C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7CB1EA-CE33-40A7-B97D-BE5F246CB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4B12D2-31C7-46F1-BB7C-F89AA7AFD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735059-B84B-4B3C-8342-1C3874E0A6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727A6A-5779-4C56-9F1D-8EF8785D6A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6203032" cy="13716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PROPIEDADES DE un Ambiente de agente-2</a:t>
            </a:r>
            <a:endParaRPr lang="es-ES" dirty="0"/>
          </a:p>
        </p:txBody>
      </p:sp>
      <p:graphicFrame>
        <p:nvGraphicFramePr>
          <p:cNvPr id="8" name="7 Diagrama"/>
          <p:cNvGraphicFramePr/>
          <p:nvPr>
            <p:extLst>
              <p:ext uri="{D42A27DB-BD31-4B8C-83A1-F6EECF244321}">
                <p14:modId xmlns:p14="http://schemas.microsoft.com/office/powerpoint/2010/main" val="1330428497"/>
              </p:ext>
            </p:extLst>
          </p:nvPr>
        </p:nvGraphicFramePr>
        <p:xfrm>
          <a:off x="1547664" y="191683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538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48C7510-3E59-4037-8310-1B099D29B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227A652-7EC8-41B2-A844-A16C1582E5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C640928-DD53-4577-80E0-299D6AA2A7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88944D8-1A3F-4541-8338-AB0EC3F6F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3E173BB-AC48-4805-A11C-F80F2BC320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0358B66-4209-4EFC-AE51-6FD91759C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47CB1EA-CE33-40A7-B97D-BE5F246CB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24B12D2-31C7-46F1-BB7C-F89AA7AFD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0735059-B84B-4B3C-8342-1C3874E0A6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A727A6A-5779-4C56-9F1D-8EF8785D6A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1772791522"/>
              </p:ext>
            </p:extLst>
          </p:nvPr>
        </p:nvGraphicFramePr>
        <p:xfrm>
          <a:off x="1547664" y="191683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6203032" cy="137160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PROPIEDADES DE un Ambiente de agente-3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2182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8C7510-3E59-4037-8310-1B099D29B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27A652-7EC8-41B2-A844-A16C1582E5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C640928-DD53-4577-80E0-299D6AA2A7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8944D8-1A3F-4541-8338-AB0EC3F6F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E173BB-AC48-4805-A11C-F80F2BC320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358B66-4209-4EFC-AE51-6FD91759C2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47CB1EA-CE33-40A7-B97D-BE5F246CB0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24B12D2-31C7-46F1-BB7C-F89AA7AFD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735059-B84B-4B3C-8342-1C3874E0A6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727A6A-5779-4C56-9F1D-8EF8785D6A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encial">
  <a:themeElements>
    <a:clrScheme name="Esenc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enc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773808</TotalTime>
  <Words>105</Words>
  <Application>Microsoft Office PowerPoint</Application>
  <PresentationFormat>Presentación en pantalla (4:3)</PresentationFormat>
  <Paragraphs>60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Arial Black</vt:lpstr>
      <vt:lpstr>Esencial</vt:lpstr>
      <vt:lpstr>AGENTES INTELIGENTES</vt:lpstr>
      <vt:lpstr>aGENTE</vt:lpstr>
      <vt:lpstr>RACIONALIDAD</vt:lpstr>
      <vt:lpstr>APRENDIZAJE</vt:lpstr>
      <vt:lpstr>autonomia</vt:lpstr>
      <vt:lpstr>DEFINICION R.E.A.S.</vt:lpstr>
      <vt:lpstr>Mapeo percepcion-accion</vt:lpstr>
      <vt:lpstr>ESTRUCTURA AGENTE</vt:lpstr>
      <vt:lpstr>Agentes reactivoS de reflejo simple</vt:lpstr>
      <vt:lpstr>Agente reactivos basado en modelos</vt:lpstr>
      <vt:lpstr>Agentes basados en meta</vt:lpstr>
      <vt:lpstr>Agente basado en utilidad</vt:lpstr>
      <vt:lpstr>Agentes de aprendizaje</vt:lpstr>
      <vt:lpstr>Ejemplos</vt:lpstr>
      <vt:lpstr>PROPIEDADES DE UN Ambiente de agente-1</vt:lpstr>
      <vt:lpstr>PROPIEDADES DE un Ambiente de agente-2</vt:lpstr>
      <vt:lpstr>PROPIEDADES DE un Ambiente de agente-3</vt:lpstr>
    </vt:vector>
  </TitlesOfParts>
  <Company>The houze!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</dc:title>
  <dc:creator>WinuE</dc:creator>
  <cp:lastModifiedBy>cbv170@gmail.com</cp:lastModifiedBy>
  <cp:revision>75</cp:revision>
  <dcterms:created xsi:type="dcterms:W3CDTF">2008-04-08T09:24:31Z</dcterms:created>
  <dcterms:modified xsi:type="dcterms:W3CDTF">2021-12-10T23:17:32Z</dcterms:modified>
</cp:coreProperties>
</file>