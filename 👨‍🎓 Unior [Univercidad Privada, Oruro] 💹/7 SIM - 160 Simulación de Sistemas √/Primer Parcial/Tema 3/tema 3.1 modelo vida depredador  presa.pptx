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4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Imagen 36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Imagen 37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BO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BO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BO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BO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BO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BO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BO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BO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tIns="0" rIns="0" bIns="0"/>
          <a:lstStyle/>
          <a:p>
            <a:pPr algn="ctr"/>
            <a:r>
              <a:rPr lang="es-BO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fld id="{D36DA7E4-517B-489A-A218-0403EAF4F79C}" type="slidenum">
              <a:rPr lang="es-BO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es-BO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deterministas</a:t>
            </a:r>
          </a:p>
        </p:txBody>
      </p:sp>
      <p:sp>
        <p:nvSpPr>
          <p:cNvPr id="40" name="TextShape 2"/>
          <p:cNvSpPr txBox="1"/>
          <p:nvPr/>
        </p:nvSpPr>
        <p:spPr>
          <a:xfrm>
            <a:off x="576000" y="1296000"/>
            <a:ext cx="9071640" cy="56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Definición</a:t>
            </a: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Modelo matemático donde las mismas entradas o condiciones iniciales producirán invariablemente las mismas salidas o resultados, no contemplándose la existencia de azar, o incertidumbre en el proceso modelada mediante dicho modelo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777" y="2158237"/>
            <a:ext cx="6648460" cy="34958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deterministas</a:t>
            </a:r>
          </a:p>
        </p:txBody>
      </p:sp>
      <p:sp>
        <p:nvSpPr>
          <p:cNvPr id="42" name="TextShape 2"/>
          <p:cNvSpPr txBox="1"/>
          <p:nvPr/>
        </p:nvSpPr>
        <p:spPr>
          <a:xfrm>
            <a:off x="576000" y="1293120"/>
            <a:ext cx="9071640" cy="5694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del juego por la vida</a:t>
            </a: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lang="es-BO" sz="18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   </a:t>
            </a:r>
            <a:r>
              <a:rPr lang="es-BO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cuentan cuántas células vivas hay en los ocho vecinos cercanos (cero si no hay vecinos, ocho si toda la vecindad está ocupada).</a:t>
            </a:r>
          </a:p>
          <a:p>
            <a:pPr algn="just"/>
            <a:r>
              <a:rPr lang="es-BO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   Si la celda está viva, permanece viva sólo si tiene dos o tres vecinos (si hay uno o ninguno, se muere; si hay cuatro o más, también muere).</a:t>
            </a:r>
          </a:p>
          <a:p>
            <a:pPr algn="just"/>
            <a:r>
              <a:rPr lang="es-BO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   Si la celda está muerta y tiene exactamente tres vecinos, nace una célula nueva (si hay otro número de vecinos, permanece muerta).</a:t>
            </a:r>
          </a:p>
          <a:p>
            <a:pPr algn="ctr"/>
            <a:endParaRPr lang="es-BO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3" name="Imagen 42"/>
          <p:cNvPicPr/>
          <p:nvPr/>
        </p:nvPicPr>
        <p:blipFill>
          <a:blip r:embed="rId2"/>
          <a:stretch/>
        </p:blipFill>
        <p:spPr>
          <a:xfrm>
            <a:off x="3471240" y="1952400"/>
            <a:ext cx="3432480" cy="2878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deterministas</a:t>
            </a:r>
          </a:p>
        </p:txBody>
      </p:sp>
      <p:sp>
        <p:nvSpPr>
          <p:cNvPr id="45" name="TextShape 2"/>
          <p:cNvSpPr txBox="1"/>
          <p:nvPr/>
        </p:nvSpPr>
        <p:spPr>
          <a:xfrm>
            <a:off x="576000" y="1296000"/>
            <a:ext cx="9071640" cy="56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Definición</a:t>
            </a: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6" name="Imagen 45"/>
          <p:cNvPicPr/>
          <p:nvPr/>
        </p:nvPicPr>
        <p:blipFill>
          <a:blip r:embed="rId2"/>
          <a:stretch/>
        </p:blipFill>
        <p:spPr>
          <a:xfrm>
            <a:off x="1368000" y="2520000"/>
            <a:ext cx="7666920" cy="2989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deterministas</a:t>
            </a:r>
          </a:p>
        </p:txBody>
      </p:sp>
      <p:sp>
        <p:nvSpPr>
          <p:cNvPr id="45" name="TextShape 2"/>
          <p:cNvSpPr txBox="1"/>
          <p:nvPr/>
        </p:nvSpPr>
        <p:spPr>
          <a:xfrm>
            <a:off x="576000" y="1296000"/>
            <a:ext cx="9071640" cy="56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32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depredador presa</a:t>
            </a:r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32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Historia de las pieles</a:t>
            </a:r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739" y="2262418"/>
            <a:ext cx="6997400" cy="412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328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deterministas</a:t>
            </a:r>
          </a:p>
        </p:txBody>
      </p:sp>
      <p:sp>
        <p:nvSpPr>
          <p:cNvPr id="45" name="TextShape 2"/>
          <p:cNvSpPr txBox="1"/>
          <p:nvPr/>
        </p:nvSpPr>
        <p:spPr>
          <a:xfrm>
            <a:off x="576000" y="1296000"/>
            <a:ext cx="9071640" cy="56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32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depredador presa</a:t>
            </a:r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lang="es-BO" sz="12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 Aumentan presas y depredadores</a:t>
            </a:r>
          </a:p>
          <a:p>
            <a:pPr algn="just"/>
            <a:r>
              <a:rPr lang="es-BO" sz="12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 Descienden presas aumentan depredadores</a:t>
            </a:r>
          </a:p>
          <a:p>
            <a:pPr algn="just"/>
            <a:r>
              <a:rPr lang="es-BO" sz="12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 Descienden presas y depredadores</a:t>
            </a:r>
          </a:p>
          <a:p>
            <a:pPr algn="just"/>
            <a:r>
              <a:rPr lang="es-BO" sz="12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4 Aumentan presas descienden depredadores</a:t>
            </a:r>
            <a:endParaRPr lang="es-BO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033" y="1563480"/>
            <a:ext cx="5955574" cy="405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4107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deterministas</a:t>
            </a:r>
          </a:p>
        </p:txBody>
      </p:sp>
      <p:sp>
        <p:nvSpPr>
          <p:cNvPr id="45" name="TextShape 2"/>
          <p:cNvSpPr txBox="1"/>
          <p:nvPr/>
        </p:nvSpPr>
        <p:spPr>
          <a:xfrm>
            <a:off x="576000" y="1296000"/>
            <a:ext cx="9071640" cy="56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endParaRPr lang="es-BO" sz="3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88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lang="es-BO" sz="8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689186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174</Words>
  <Application>Microsoft Office PowerPoint</Application>
  <PresentationFormat>Personalizado</PresentationFormat>
  <Paragraphs>80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DejaVu Sans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Alvaro Lara</cp:lastModifiedBy>
  <cp:revision>5</cp:revision>
  <dcterms:created xsi:type="dcterms:W3CDTF">2020-08-12T16:31:55Z</dcterms:created>
  <dcterms:modified xsi:type="dcterms:W3CDTF">2021-08-12T00:10:10Z</dcterms:modified>
  <dc:language>es-BO</dc:language>
</cp:coreProperties>
</file>