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12.png" ContentType="image/png"/>
  <Override PartName="/ppt/media/image11.png" ContentType="image/png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0.png" ContentType="image/png"/>
  <Override PartName="/ppt/media/image9.png" ContentType="image/png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2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del texto de título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 esquema del texto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Segundo nivel del esquema</a:t>
            </a:r>
            <a:endParaRPr b="0" lang="es-BO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Tercer nivel del esquema</a:t>
            </a:r>
            <a:endParaRPr b="0" lang="es-BO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Cuarto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Quinto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Sexto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Séptimo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&lt;fecha/hora&gt;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&lt;pie de página&gt;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pPr algn="r"/>
            <a:fld id="{294F9215-C308-4344-8CCA-61C21A5B42C0}" type="slidenum"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&lt;número&gt;</a:t>
            </a:fld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" name="TextShape 2"/>
          <p:cNvSpPr txBox="1"/>
          <p:nvPr/>
        </p:nvSpPr>
        <p:spPr>
          <a:xfrm>
            <a:off x="504000" y="1685880"/>
            <a:ext cx="9071640" cy="5525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Alcance del estudio de ingeniería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 la función de producción óptima para utilizar de forma eficiente los recursos existentes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1240560" y="2808000"/>
            <a:ext cx="7759440" cy="2808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Alcance del estudio de ingeniería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 apoya en el estudio del mercado para definir algunas variables.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1584000" y="2520000"/>
            <a:ext cx="7034040" cy="3528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Alcance del estudio de ingeniería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Calcula la rentabilidad del proyecto haciendo uso de la tecnología a su alcance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3096000" y="2376000"/>
            <a:ext cx="4032000" cy="4032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TextShape 2"/>
          <p:cNvSpPr txBox="1"/>
          <p:nvPr/>
        </p:nvSpPr>
        <p:spPr>
          <a:xfrm>
            <a:off x="504000" y="1685880"/>
            <a:ext cx="9071640" cy="5525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Proceso de producción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La forma como una serie de insumos se transforma en un producto, con la participación de determinada tecnología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1977480" y="2448000"/>
            <a:ext cx="6878520" cy="35492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Proceso de producción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2673000" y="2329560"/>
            <a:ext cx="4527000" cy="39261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5" name="TextShape 2"/>
          <p:cNvSpPr txBox="1"/>
          <p:nvPr/>
        </p:nvSpPr>
        <p:spPr>
          <a:xfrm>
            <a:off x="504000" y="1685880"/>
            <a:ext cx="9071640" cy="5525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Efectos económicos de la ingeniería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proceso productivo y la tecnología que se selecciona influirá directamente sobre la cuantía de las inversiones, costos en ingresos del proyecto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3041280" y="2249280"/>
            <a:ext cx="4086720" cy="40867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Efectos económicos de la ingeniería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Los equipos determinan las obras físicas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440000" y="2664000"/>
            <a:ext cx="7406640" cy="3168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1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Efectos económicos de la ingeniería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Incidencia directa con el costo de operaciones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546560" y="2592000"/>
            <a:ext cx="7165440" cy="3744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4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Economía de escalas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Son el resultado de la relación inversa entre la cantidad producida y el costo unitario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1440000" y="2808000"/>
            <a:ext cx="7391160" cy="31183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7" dur="indefinite" restart="never" nodeType="tmRoot">
          <p:childTnLst>
            <p:seq>
              <p:cTn id="1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7" name="TextShape 2"/>
          <p:cNvSpPr txBox="1"/>
          <p:nvPr/>
        </p:nvSpPr>
        <p:spPr>
          <a:xfrm>
            <a:off x="504000" y="1685880"/>
            <a:ext cx="9071640" cy="5525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Economía de escalas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Tipo economía a escala interna: Esta economía de escala se promueve desde el interior de la empresa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1944000" y="2304000"/>
            <a:ext cx="6586560" cy="36878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9" dur="indefinite" restart="never" nodeType="tmRoot">
          <p:childTnLst>
            <p:seq>
              <p:cTn id="2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0" name="TextShape 2"/>
          <p:cNvSpPr txBox="1"/>
          <p:nvPr/>
        </p:nvSpPr>
        <p:spPr>
          <a:xfrm>
            <a:off x="504000" y="1685880"/>
            <a:ext cx="9071640" cy="5525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Economía de escalas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Tipo economía a escala externa: Esta economía de escala se produce por motivos ajenos a la empresa.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1889280" y="2304000"/>
            <a:ext cx="6966720" cy="3888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1" dur="indefinite" restart="never" nodeType="tmRoot">
          <p:childTnLst>
            <p:seq>
              <p:cTn id="2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3" name="TextShape 2"/>
          <p:cNvSpPr txBox="1"/>
          <p:nvPr/>
        </p:nvSpPr>
        <p:spPr>
          <a:xfrm>
            <a:off x="504000" y="1572840"/>
            <a:ext cx="9071640" cy="57513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66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Gracias</a:t>
            </a:r>
            <a:endParaRPr b="0" lang="es-BO" sz="66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6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6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6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6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Ing. Alvaro Rodrigo Lara Valdivia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23" dur="indefinite" restart="never" nodeType="tmRoot">
          <p:childTnLst>
            <p:seq>
              <p:cTn id="2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LibreOffice/5.2.7.2$Linux_X86_64 LibreOffice_project/20m0$Build-2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2020-10-09T17:18:58Z</dcterms:created>
  <dc:creator/>
  <dc:description/>
  <dc:language>es-BO</dc:language>
  <cp:lastModifiedBy/>
  <dcterms:modified xsi:type="dcterms:W3CDTF">2020-10-09T18:10:12Z</dcterms:modified>
  <cp:revision>2</cp:revision>
  <dc:subject/>
  <dc:title/>
</cp:coreProperties>
</file>