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20.png" ContentType="image/png"/>
  <Override PartName="/ppt/media/image19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2.png" ContentType="image/png"/>
  <Override PartName="/ppt/media/image2.png" ContentType="image/png"/>
  <Override PartName="/ppt/media/image21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6540FD35-DBB9-4340-A06E-856132E1B30A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obra física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Adquisición, construcción, remodelación, etc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120680" y="2408760"/>
            <a:ext cx="4069080" cy="3999240"/>
          </a:xfrm>
          <a:prstGeom prst="rect">
            <a:avLst/>
          </a:prstGeom>
          <a:ln>
            <a:noFill/>
          </a:ln>
        </p:spPr>
      </p:pic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5159880" y="2415240"/>
            <a:ext cx="4033080" cy="3992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obra física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pueden utilizar estimaciones como el metro cuadrado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459160" y="2376000"/>
            <a:ext cx="5979960" cy="410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obra física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 factibilidad, se necesitan estudios técnicos mas profundos (Balance de obra)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895760" y="2304000"/>
            <a:ext cx="6600240" cy="439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obra física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Ejemplo balance de obra física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2016000" y="2376000"/>
            <a:ext cx="5490720" cy="4112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obra física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desfasadas en el tiempo, se necesita un calendario de inversiones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2735280" y="2376000"/>
            <a:ext cx="4680720" cy="4022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obra física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 todas las obras se realizan antes de la puesta en marcha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2560680" y="2448000"/>
            <a:ext cx="5287320" cy="39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obra física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debe incluir el mantenimiento en transcurso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1811880" y="2520000"/>
            <a:ext cx="6972120" cy="3903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TextShape 2"/>
          <p:cNvSpPr txBox="1"/>
          <p:nvPr/>
        </p:nvSpPr>
        <p:spPr>
          <a:xfrm>
            <a:off x="504000" y="1469160"/>
            <a:ext cx="9071640" cy="578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equipamiento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entiende como todas las inversiones que permitan las operaciones normales de la planta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(Maquinarias, equipos, movilidades, mobiliario, etc)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2952000" y="2160000"/>
            <a:ext cx="4176000" cy="417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equipamiento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realiza un balance de cada ítem con el fin de incorporar al flujo de caja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2088000" y="2448000"/>
            <a:ext cx="5400000" cy="4044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TextShape 2"/>
          <p:cNvSpPr txBox="1"/>
          <p:nvPr/>
        </p:nvSpPr>
        <p:spPr>
          <a:xfrm>
            <a:off x="504000" y="159696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equipamiento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balances generalmente van acompañados de las cotizaciones de respaldo y las especificaciones técnicas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2952000" y="2232000"/>
            <a:ext cx="4086720" cy="403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equipamiento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Interés especial en la vida útil de los activos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219320" y="2664000"/>
            <a:ext cx="7708680" cy="3171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equipamiento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Calendario de reinversión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2304000" y="2328480"/>
            <a:ext cx="5542920" cy="4151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Inversiones en equipamiento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Calendario de ingreso por venta de maquinaria de reemplazo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2141280" y="2448000"/>
            <a:ext cx="5130720" cy="3842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Balance de personal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de mano de obra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2768040" y="2376000"/>
            <a:ext cx="4196160" cy="39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Balance de personal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Depende del grado de automatización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2880000" y="2232000"/>
            <a:ext cx="4268880" cy="4211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Balance de personal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Dependen de la especialización del personal requerido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2969280" y="2321280"/>
            <a:ext cx="4230720" cy="4230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04000" y="159696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Balance de personal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Ayuda a obtener el costo de remuneraciones por periodo de los trabajos directos como indirectos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981000" y="2145240"/>
            <a:ext cx="4241880" cy="4118760"/>
          </a:xfrm>
          <a:prstGeom prst="rect">
            <a:avLst/>
          </a:prstGeom>
          <a:ln>
            <a:noFill/>
          </a:ln>
        </p:spPr>
      </p:pic>
      <p:pic>
        <p:nvPicPr>
          <p:cNvPr id="91" name="" descr=""/>
          <p:cNvPicPr/>
          <p:nvPr/>
        </p:nvPicPr>
        <p:blipFill>
          <a:blip r:embed="rId2"/>
          <a:stretch/>
        </p:blipFill>
        <p:spPr>
          <a:xfrm>
            <a:off x="5222880" y="2145240"/>
            <a:ext cx="4133880" cy="4118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Balance de personal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 remuneración se basa en los precios del mercado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1997280" y="2304000"/>
            <a:ext cx="5767920" cy="432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Antecedentes económicos del estudio técnico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504000" y="1663560"/>
            <a:ext cx="9071640" cy="539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2020-10-14T17:15:36Z</dcterms:created>
  <dc:creator/>
  <dc:description/>
  <dc:language>es-BO</dc:language>
  <cp:lastModifiedBy/>
  <dcterms:modified xsi:type="dcterms:W3CDTF">2020-10-14T18:35:10Z</dcterms:modified>
  <cp:revision>1</cp:revision>
  <dc:subject/>
  <dc:title/>
</cp:coreProperties>
</file>