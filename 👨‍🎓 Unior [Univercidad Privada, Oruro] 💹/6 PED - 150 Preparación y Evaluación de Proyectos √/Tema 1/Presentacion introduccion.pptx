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2.png" ContentType="image/png"/>
  <Override PartName="/ppt/media/image1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8DE7B0C7-C7AF-4348-A033-374330117C40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Introducción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Invertir recursos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Satisfacer una necesidad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Evaluación determina si los recursos se invierten de forma eficiente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pueden ser grandes o pequeñas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proyectos aumentan la fiabilidad para tomar la decisión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realizan los proyectos para ahorrar recursos y aumentar las ganancias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ideas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Idea: Representación abstracta de una cosa real o irreal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504000" y="1705680"/>
            <a:ext cx="9071640" cy="5269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Idea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Establecer la necesidad de la cual partirá 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Concepción de la idea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 proyecto surge como respuesta a la concepción de una idea que busca la solución de un problema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1.- la recuperación es a largo plazo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2.- Son de carácter irreversible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3.- Comprometen los recursos de las organizaciones o de las personas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Características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4.- La asignación de recursos en actividades o activos que permitan aumentar el valor de la empresa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Conceptualización a los proyectos de inversión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TextShape 2"/>
          <p:cNvSpPr txBox="1"/>
          <p:nvPr/>
        </p:nvSpPr>
        <p:spPr>
          <a:xfrm>
            <a:off x="504000" y="1769040"/>
            <a:ext cx="9071640" cy="514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2020-09-23T16:46:31Z</dcterms:created>
  <dc:creator/>
  <dc:description/>
  <dc:language>es-BO</dc:language>
  <cp:lastModifiedBy/>
  <dcterms:modified xsi:type="dcterms:W3CDTF">2020-09-23T17:27:19Z</dcterms:modified>
  <cp:revision>1</cp:revision>
  <dc:subject/>
  <dc:title/>
</cp:coreProperties>
</file>