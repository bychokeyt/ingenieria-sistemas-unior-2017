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slide8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9.png" ContentType="image/png"/>
  <Override PartName="/ppt/media/image8.png" ContentType="image/png"/>
  <Override PartName="/ppt/media/image7.png" ContentType="image/png"/>
  <Override PartName="/ppt/media/image6.png" ContentType="image/png"/>
  <Override PartName="/ppt/media/image5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E2969D7B-923D-4567-A543-4C1569AE9537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Perfil privado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busca el beneficio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208600" y="2592000"/>
            <a:ext cx="5711400" cy="367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Perfil privado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interesados pueden cambiar la perspectiva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512000" y="2709360"/>
            <a:ext cx="7548120" cy="3554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Perfil publico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integran los interesen ambientales y sociales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645280" y="2798640"/>
            <a:ext cx="4626720" cy="3465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Perfil publico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proyectos aumentan su complejidad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880000" y="2785680"/>
            <a:ext cx="4066560" cy="3622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 de decisiones asociadas a un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Toda toma de decisión implica un riesgo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3096000" y="2664000"/>
            <a:ext cx="3816000" cy="381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 de decisiones asociadas a un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Proyectos aminoran la incertidumbre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673000" y="2617560"/>
            <a:ext cx="4204440" cy="3646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 de decisiones asociadas a un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concretos ayudan a adoptar conscientemente las mejores decisiones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2376000" y="2592000"/>
            <a:ext cx="5241960" cy="374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2020-09-24T17:48:15Z</dcterms:created>
  <dc:creator/>
  <dc:description/>
  <dc:language>es-BO</dc:language>
  <cp:lastModifiedBy/>
  <dcterms:modified xsi:type="dcterms:W3CDTF">2020-09-24T18:29:09Z</dcterms:modified>
  <cp:revision>2</cp:revision>
  <dc:subject/>
  <dc:title/>
</cp:coreProperties>
</file>