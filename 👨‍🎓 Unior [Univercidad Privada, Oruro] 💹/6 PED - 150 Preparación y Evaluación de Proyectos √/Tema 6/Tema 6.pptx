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20.png" ContentType="image/png"/>
  <Override PartName="/ppt/media/image19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9A42A772-3B3F-4AD0-B4B5-E6BB47573A62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467000"/>
            <a:ext cx="9071640" cy="5469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Información de costos para la toma de decisiones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costos no contables son los mas utilizados para la toma de decisiones.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433600" y="2016000"/>
            <a:ext cx="5484960" cy="439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467000"/>
            <a:ext cx="9071640" cy="5469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Información de costos para la toma de decisiones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Costos fijos 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2592000" y="2136960"/>
            <a:ext cx="5247360" cy="41270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467000"/>
            <a:ext cx="9071640" cy="5469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Información de costos para la toma de decisiones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Costos de oportunidad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160000" y="2126160"/>
            <a:ext cx="6106320" cy="4137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542240"/>
            <a:ext cx="9071640" cy="53193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Costos diferenciales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Capacidad maxima de producción    96000      unidades/mes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Capacidad de uso actual                   82000      unidades/mes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de costos                         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Materia prima                                       3.90      Bs/Unidad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Mano  de obra directa                          4.00      Bs/unidad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indirecto de fabricación variable6.10      Bs/unidad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indirecto de fabricación fijo       2400      Bs/mes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Gastos de venta variable                      1.30     Bs/unidad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Gastos de venta fijo                            2800      Bs/mes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Gastos administrativos                      50000     Bs/mes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Representa la diferencia entre los costos de cada alternativa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Costos diferenciales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Materia prima                                            3.50      Bs/unidad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Mano de obra directa                                4.00      Bs/Unidad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indirecto de fabricación variable     6.10      Bs/unidad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______________________________________________________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Total de costos diferenciales unitarios     13.60     Bs/Unidad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de 1000 unidades extra      1000*13.60 = 13600 Bs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Representa la diferencia entre los costos de cada alternativa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Costos futuros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costos históricos no varían, los futuros si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2376000" y="2232000"/>
            <a:ext cx="5573160" cy="396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Costos futuros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pretende estimar el beneficio de invertir en la empresa a futuro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3041280" y="2105280"/>
            <a:ext cx="4230720" cy="4230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Sustitución con aumento de capacidad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Después de un lapso de tiempo las maquinas se desgastan y se ve su cambio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2133000" y="2289240"/>
            <a:ext cx="5865120" cy="3902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TextShape 2"/>
          <p:cNvSpPr txBox="1"/>
          <p:nvPr/>
        </p:nvSpPr>
        <p:spPr>
          <a:xfrm>
            <a:off x="504000" y="1539000"/>
            <a:ext cx="9071640" cy="5325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Sustitución con aumento de capacidad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 el momento de ver el cambio se puede optar por maquinaria que ayude al aumento de producción, con un costo similar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5350680" y="2144160"/>
            <a:ext cx="3721320" cy="3759840"/>
          </a:xfrm>
          <a:prstGeom prst="rect">
            <a:avLst/>
          </a:prstGeom>
          <a:ln>
            <a:noFill/>
          </a:ln>
        </p:spPr>
      </p:pic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936000" y="2376000"/>
            <a:ext cx="4128120" cy="352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Variación en los estándares de materia prima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1880640" y="2304000"/>
            <a:ext cx="6831360" cy="39229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Tasa de salarios y requerimiento de personal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2376000" y="2294640"/>
            <a:ext cx="5436000" cy="3897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Necesidad de supervisión e inspección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2140560" y="2255400"/>
            <a:ext cx="6067440" cy="3864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Combustibles y energías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1728000" y="2304000"/>
            <a:ext cx="6843600" cy="3831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8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Volumen de producción y precio de venta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2815560" y="2340360"/>
            <a:ext cx="3903840" cy="3851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Desperdicio o mermas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639240" y="2376000"/>
            <a:ext cx="3128760" cy="3942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4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Valor de adquisición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736000" y="2376000"/>
            <a:ext cx="4678560" cy="360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Valor residual del equipo por año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2448000" y="2232000"/>
            <a:ext cx="5473440" cy="396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Impuestos y seguros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2573280" y="2232000"/>
            <a:ext cx="5191200" cy="388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5" dur="indefinite" restart="never" nodeType="tmRoot">
          <p:childTnLst>
            <p:seq>
              <p:cTn id="3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504000" y="1563480"/>
            <a:ext cx="9071640" cy="5276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Elementos relevantes de costos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Mantenimiento y reparación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2753280" y="2304000"/>
            <a:ext cx="3942720" cy="3942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7" dur="indefinite" restart="never" nodeType="tmRoot">
          <p:childTnLst>
            <p:seq>
              <p:cTn id="3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Estimación de costos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504000" y="1326240"/>
            <a:ext cx="9071640" cy="57513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6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2020-10-08T17:21:40Z</dcterms:created>
  <dc:creator/>
  <dc:description/>
  <dc:language>es-BO</dc:language>
  <cp:lastModifiedBy/>
  <dcterms:modified xsi:type="dcterms:W3CDTF">2020-10-08T18:46:18Z</dcterms:modified>
  <cp:revision>1</cp:revision>
  <dc:subject/>
  <dc:title/>
</cp:coreProperties>
</file>