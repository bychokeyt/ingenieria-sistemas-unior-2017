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8.png" ContentType="image/png"/>
  <Override PartName="/ppt/media/image7.png" ContentType="image/png"/>
  <Override PartName="/ppt/media/image6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9BB42571-5C41-45DB-B8CF-ABBE98C69A00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519560"/>
            <a:ext cx="9071640" cy="546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del capital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 la inversión que se inyecta al proyecto para su funcionamiento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969280" y="2321280"/>
            <a:ext cx="4230720" cy="4230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519560"/>
            <a:ext cx="9071640" cy="546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 la deuda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Estos deben reembolsarse en una fecha futura en un monto mayor que el original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061000" y="2289240"/>
            <a:ext cx="5931000" cy="3946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519560"/>
            <a:ext cx="9071640" cy="546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 la deuda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costo de la deuda se define como el interés a pagar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581480" y="2376000"/>
            <a:ext cx="6986520" cy="374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519560"/>
            <a:ext cx="9071640" cy="546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del capital propio o patrimonial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 la parte del proyecto que se finanza con recursos propios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973600" y="2232000"/>
            <a:ext cx="4010400" cy="4287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519560"/>
            <a:ext cx="9071640" cy="546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Costo de la deuda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Pueden ser recursos generados por el proyecto o nuevos aportes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681280" y="2249280"/>
            <a:ext cx="4374720" cy="4374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519560"/>
            <a:ext cx="9071640" cy="546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Valor de rescate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 el valor monetario que se obtiene de liquidar el proyecto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051280" y="2115720"/>
            <a:ext cx="6660720" cy="3860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Tasa de descuento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376280"/>
            <a:ext cx="9071640" cy="5751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2020-10-23T18:13:28Z</dcterms:created>
  <dc:creator/>
  <dc:description/>
  <dc:language>es-BO</dc:language>
  <cp:lastModifiedBy/>
  <dcterms:modified xsi:type="dcterms:W3CDTF">2020-10-23T18:40:24Z</dcterms:modified>
  <cp:revision>1</cp:revision>
  <dc:subject/>
  <dc:title/>
</cp:coreProperties>
</file>