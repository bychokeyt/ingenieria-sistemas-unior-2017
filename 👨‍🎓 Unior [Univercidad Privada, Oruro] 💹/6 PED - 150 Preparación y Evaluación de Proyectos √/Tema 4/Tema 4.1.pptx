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5.png" ContentType="image/png"/>
  <Override PartName="/ppt/media/image14.png" ContentType="image/png"/>
  <Override PartName="/ppt/media/image13.png" ContentType="image/png"/>
  <Override PartName="/ppt/media/image12.png" ContentType="image/png"/>
  <Override PartName="/ppt/media/image11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9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280" cy="5850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2"/>
          <a:stretch/>
        </p:blipFill>
        <p:spPr>
          <a:xfrm>
            <a:off x="2292480" y="1768680"/>
            <a:ext cx="5494680" cy="4384080"/>
          </a:xfrm>
          <a:prstGeom prst="rect">
            <a:avLst/>
          </a:prstGeom>
          <a:ln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/>
        </p:blipFill>
        <p:spPr>
          <a:xfrm>
            <a:off x="2292480" y="1768680"/>
            <a:ext cx="5494680" cy="43840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7" name="CustomShape 2"/>
          <p:cNvSpPr/>
          <p:nvPr/>
        </p:nvSpPr>
        <p:spPr>
          <a:xfrm>
            <a:off x="504000" y="1769040"/>
            <a:ext cx="9071280" cy="52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Mercado del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 1: Mercado proveedor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3024000" y="2520000"/>
            <a:ext cx="3732120" cy="39546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CustomShape 2"/>
          <p:cNvSpPr/>
          <p:nvPr/>
        </p:nvSpPr>
        <p:spPr>
          <a:xfrm>
            <a:off x="504000" y="1769040"/>
            <a:ext cx="9071280" cy="52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Mercado del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 2: Mercado competidor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1931760" y="2648160"/>
            <a:ext cx="6564240" cy="36878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CustomShape 2"/>
          <p:cNvSpPr/>
          <p:nvPr/>
        </p:nvSpPr>
        <p:spPr>
          <a:xfrm>
            <a:off x="504000" y="1769040"/>
            <a:ext cx="9071280" cy="52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Mercado del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 3: Mercado distribuidor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402200" y="2736000"/>
            <a:ext cx="7525800" cy="309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CustomShape 2"/>
          <p:cNvSpPr/>
          <p:nvPr/>
        </p:nvSpPr>
        <p:spPr>
          <a:xfrm>
            <a:off x="504000" y="1769040"/>
            <a:ext cx="9071280" cy="52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Mercado del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 4: Mercado consumidor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2304000" y="2639880"/>
            <a:ext cx="5183280" cy="34801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CustomShape 2"/>
          <p:cNvSpPr/>
          <p:nvPr/>
        </p:nvSpPr>
        <p:spPr>
          <a:xfrm>
            <a:off x="504000" y="1769040"/>
            <a:ext cx="9071280" cy="52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Mercado del proyecto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Factor 5: Mercado externo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1683000" y="2432160"/>
            <a:ext cx="7101000" cy="39758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CustomShape 2"/>
          <p:cNvSpPr/>
          <p:nvPr/>
        </p:nvSpPr>
        <p:spPr>
          <a:xfrm>
            <a:off x="504000" y="1769040"/>
            <a:ext cx="9071280" cy="52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Objetivo del estudio de mercado  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Reunión de antecedentes para determinar la cuantía del flujo de caja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3384000" y="2520000"/>
            <a:ext cx="3384000" cy="39016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CustomShape 2"/>
          <p:cNvSpPr/>
          <p:nvPr/>
        </p:nvSpPr>
        <p:spPr>
          <a:xfrm>
            <a:off x="504000" y="1713600"/>
            <a:ext cx="9071280" cy="532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Etapas del estudio de mercado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a) Análisis histórico del mercado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Reunir información estadística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Evaluación de resultados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2448000" y="2151720"/>
            <a:ext cx="4675680" cy="38962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CustomShape 2"/>
          <p:cNvSpPr/>
          <p:nvPr/>
        </p:nvSpPr>
        <p:spPr>
          <a:xfrm>
            <a:off x="504000" y="1769040"/>
            <a:ext cx="9071280" cy="52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Etapas del estudio de mercado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b) Análisis de la situación vigente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Base para la predicción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3384000" y="2376000"/>
            <a:ext cx="2952000" cy="41698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CustomShape 2"/>
          <p:cNvSpPr/>
          <p:nvPr/>
        </p:nvSpPr>
        <p:spPr>
          <a:xfrm>
            <a:off x="504000" y="1769040"/>
            <a:ext cx="9071280" cy="52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Etapas del estudio de mercado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c) Análisis de la situación proyectada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Define variables a futuro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2897280" y="2160000"/>
            <a:ext cx="4104000" cy="4104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CustomShape 2"/>
          <p:cNvSpPr/>
          <p:nvPr/>
        </p:nvSpPr>
        <p:spPr>
          <a:xfrm>
            <a:off x="504000" y="1769040"/>
            <a:ext cx="9071280" cy="52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consumidor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Tipo de consumidor a: Consumidor institucional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Basado en el carácter racional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2736000" y="2249280"/>
            <a:ext cx="3960000" cy="396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CustomShape 2"/>
          <p:cNvSpPr/>
          <p:nvPr/>
        </p:nvSpPr>
        <p:spPr>
          <a:xfrm>
            <a:off x="504000" y="1769040"/>
            <a:ext cx="9071280" cy="52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consumidor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Tipo de consumidor b: Consumidor individual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Basado en el carácter emocional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2396520" y="2251080"/>
            <a:ext cx="5794200" cy="40129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CustomShape 2"/>
          <p:cNvSpPr/>
          <p:nvPr/>
        </p:nvSpPr>
        <p:spPr>
          <a:xfrm>
            <a:off x="504000" y="1769040"/>
            <a:ext cx="9071280" cy="52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consumidor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Segmentación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Agrupación de consumidores con un comportamiento similar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1965960" y="2376000"/>
            <a:ext cx="6746040" cy="3960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3" name="CustomShape 2"/>
          <p:cNvSpPr/>
          <p:nvPr/>
        </p:nvSpPr>
        <p:spPr>
          <a:xfrm>
            <a:off x="504000" y="1769040"/>
            <a:ext cx="9071280" cy="52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consumidor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Para segmentar quien toma la decisión de compra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1440000" y="3158280"/>
            <a:ext cx="7795800" cy="23137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Estudio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504000" y="1769040"/>
            <a:ext cx="9071280" cy="521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5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2020-10-01T17:17:49Z</dcterms:created>
  <dc:creator/>
  <dc:description/>
  <dc:language>es-BO</dc:language>
  <cp:lastModifiedBy/>
  <dcterms:modified xsi:type="dcterms:W3CDTF">2020-10-01T18:35:30Z</dcterms:modified>
  <cp:revision>2</cp:revision>
  <dc:subject/>
  <dc:title/>
</cp:coreProperties>
</file>