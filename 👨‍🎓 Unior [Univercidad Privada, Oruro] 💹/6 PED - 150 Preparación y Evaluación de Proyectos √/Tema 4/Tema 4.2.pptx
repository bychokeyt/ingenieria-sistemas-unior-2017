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39EDAFB2-B109-4214-B283-28F46DBB8A68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Estrategia comercial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Producto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448000" y="2664000"/>
            <a:ext cx="5400000" cy="3593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Estrategia comercial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Precio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977480" y="2808000"/>
            <a:ext cx="6518520" cy="338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Estrategia comercial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Plaza / distribución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171160" y="2887200"/>
            <a:ext cx="6172200" cy="2906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Estrategia comercial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Promoción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736000" y="2721240"/>
            <a:ext cx="4999320" cy="3326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Estrategia comercial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Ciclo de vida del producto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016000" y="2664000"/>
            <a:ext cx="6084000" cy="374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a) Los distintos mercados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592000" y="2765880"/>
            <a:ext cx="4638240" cy="3714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b) Las variables externas que influyen sobre estos mercados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2592000" y="2702160"/>
            <a:ext cx="5237280" cy="3561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1.- Factores económicos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312000" y="2664000"/>
            <a:ext cx="3816000" cy="381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2.- Factores socioculturales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592000" y="2640240"/>
            <a:ext cx="4608000" cy="3839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3.- Factores tecnológicos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3168000" y="2664000"/>
            <a:ext cx="3726720" cy="3726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del medio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4.- Factores político legales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389240" y="2952000"/>
            <a:ext cx="7466760" cy="3290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Satisfacción del consumidor da pie a mayor demanda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997280" y="2623680"/>
            <a:ext cx="6786720" cy="3568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para estimar 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Encuesta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3168000" y="2664000"/>
            <a:ext cx="3305520" cy="3744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para estimar 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Mercados representativos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448000" y="2808000"/>
            <a:ext cx="600984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para estimar 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Comparación de niveles de consumo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174480" y="2629440"/>
            <a:ext cx="3305520" cy="3744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para estimar 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Series temporales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329920" y="2664000"/>
            <a:ext cx="537048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2020-10-02T17:20:55Z</dcterms:created>
  <dc:creator/>
  <dc:description/>
  <dc:language>es-BO</dc:language>
  <cp:lastModifiedBy/>
  <dcterms:modified xsi:type="dcterms:W3CDTF">2020-10-02T18:35:55Z</dcterms:modified>
  <cp:revision>1</cp:revision>
  <dc:subject/>
  <dc:title/>
</cp:coreProperties>
</file>