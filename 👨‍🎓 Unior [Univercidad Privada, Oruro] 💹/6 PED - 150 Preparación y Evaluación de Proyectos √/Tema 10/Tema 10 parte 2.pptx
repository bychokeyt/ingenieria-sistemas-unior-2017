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2.png" ContentType="image/png"/>
  <Override PartName="/ppt/media/image1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edi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tex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to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títu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3B794C29-9A93-4475-9D10-C9866BAB5A01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ers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ión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oy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ect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440000"/>
            <a:ext cx="9071640" cy="576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odo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défi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cit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acu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ado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máx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41" name="Table 3"/>
          <p:cNvGraphicFramePr/>
          <p:nvPr/>
        </p:nvGraphicFramePr>
        <p:xfrm>
          <a:off x="1314000" y="2288880"/>
          <a:ext cx="7974000" cy="4118760"/>
        </p:xfrm>
        <a:graphic>
          <a:graphicData uri="http://schemas.openxmlformats.org/drawingml/2006/table">
            <a:tbl>
              <a:tblPr/>
              <a:tblGrid>
                <a:gridCol w="1445040"/>
                <a:gridCol w="837360"/>
                <a:gridCol w="903240"/>
                <a:gridCol w="919800"/>
                <a:gridCol w="968760"/>
                <a:gridCol w="969120"/>
                <a:gridCol w="936000"/>
                <a:gridCol w="994680"/>
              </a:tblGrid>
              <a:tr h="8233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5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6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7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82332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Ingresos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860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870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1000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1100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1120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1300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2332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Egresos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332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Flujo de caja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-100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-60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170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2584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Déficit superávit acumulado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-100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-160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-210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-130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190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540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ers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ión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oy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ect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440000"/>
            <a:ext cx="9071640" cy="576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odo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défi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cit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acu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mul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ado 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máx</a:t>
            </a: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imo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44" name="Table 3"/>
          <p:cNvGraphicFramePr/>
          <p:nvPr/>
        </p:nvGraphicFramePr>
        <p:xfrm>
          <a:off x="241920" y="2143800"/>
          <a:ext cx="7974720" cy="4155840"/>
        </p:xfrm>
        <a:graphic>
          <a:graphicData uri="http://schemas.openxmlformats.org/drawingml/2006/table">
            <a:tbl>
              <a:tblPr/>
              <a:tblGrid>
                <a:gridCol w="1909440"/>
                <a:gridCol w="980640"/>
                <a:gridCol w="837360"/>
                <a:gridCol w="903240"/>
                <a:gridCol w="919800"/>
                <a:gridCol w="968760"/>
                <a:gridCol w="969120"/>
                <a:gridCol w="936000"/>
                <a:gridCol w="995400"/>
              </a:tblGrid>
              <a:tr h="8233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5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6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7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82332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Ingresos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210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860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870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1000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1100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1120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1300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2332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Egresos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920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950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332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Flujo de caja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210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-100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-60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-50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170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350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862560"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Déficit superávit acumulado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210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110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80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230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400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s-BO" sz="1800" spc="-1" strike="noStrike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Arial"/>
                        </a:rPr>
                        <a:t>750</a:t>
                      </a:r>
                      <a:endParaRPr b="0" lang="es-BO" sz="1800" spc="-1" strike="noStrike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Inv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ers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ión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del 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oy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ect</a:t>
            </a: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440000"/>
            <a:ext cx="9071640" cy="576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8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</a:t>
            </a:r>
            <a:r>
              <a:rPr b="0" lang="es-BO" sz="8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</a:t>
            </a:r>
            <a:r>
              <a:rPr b="0" lang="es-BO" sz="8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</a:t>
            </a:r>
            <a:r>
              <a:rPr b="0" lang="es-BO" sz="8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ci</a:t>
            </a:r>
            <a:r>
              <a:rPr b="0" lang="es-BO" sz="8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</a:t>
            </a:r>
            <a:r>
              <a:rPr b="0" lang="es-BO" sz="8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</a:t>
            </a:r>
            <a:endParaRPr b="0" lang="es-BO" sz="8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8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8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8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8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Alvaro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Rodrigo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Lara </a:t>
            </a: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2020-10-21T17:15:17Z</dcterms:created>
  <dc:creator/>
  <dc:description/>
  <dc:language>es-BO</dc:language>
  <cp:lastModifiedBy/>
  <dcterms:modified xsi:type="dcterms:W3CDTF">2020-10-21T17:40:23Z</dcterms:modified>
  <cp:revision>3</cp:revision>
  <dc:subject/>
  <dc:title/>
</cp:coreProperties>
</file>