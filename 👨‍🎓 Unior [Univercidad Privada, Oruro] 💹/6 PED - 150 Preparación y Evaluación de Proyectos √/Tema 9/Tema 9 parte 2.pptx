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7.jpeg" ContentType="image/jpeg"/>
  <Override PartName="/ppt/media/image6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349F8213-C5DF-49A7-89ED-98EDC7964BF8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evaluación por factor no cuantificable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refiere a factores cualitativos no cuantificables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341440" y="2486160"/>
            <a:ext cx="5362560" cy="3633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evaluación por factor no cuantificable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1: Antecedentes industriales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584000" y="2376000"/>
            <a:ext cx="7201080" cy="40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evaluación por factor no cuantificable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2: Factores preferenciales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460960" y="2220480"/>
            <a:ext cx="4595040" cy="4259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evaluación por factor no cuantificable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3: Factor dominante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368000" y="2448000"/>
            <a:ext cx="7350480" cy="381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análisis dimensional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351080" y="2592000"/>
            <a:ext cx="7144920" cy="3785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análisis dimensional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56" name="Table 3"/>
          <p:cNvGraphicFramePr/>
          <p:nvPr/>
        </p:nvGraphicFramePr>
        <p:xfrm>
          <a:off x="1344960" y="2601720"/>
          <a:ext cx="7105320" cy="4461480"/>
        </p:xfrm>
        <a:graphic>
          <a:graphicData uri="http://schemas.openxmlformats.org/drawingml/2006/table">
            <a:tbl>
              <a:tblPr/>
              <a:tblGrid>
                <a:gridCol w="954000"/>
                <a:gridCol w="1887120"/>
                <a:gridCol w="1420560"/>
                <a:gridCol w="1420560"/>
                <a:gridCol w="1423080"/>
              </a:tblGrid>
              <a:tr h="7196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Factor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Carácte</a:t>
                      </a:r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r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Factor </a:t>
                      </a:r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pondera</a:t>
                      </a:r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196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Costo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10.000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30.000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196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Costo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2.000.0</a:t>
                      </a:r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1.500.0</a:t>
                      </a:r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196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Puntaje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5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196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Puntaje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214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5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Puntaje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7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 análisis dimensional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[10.000/30.000]¹ * [2.000.000/1.500.000]⁴ *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[5/2]³ * [4/4]³ * [4/7]⁴ = 1.76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escala tomada es de 1 a 10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 el resultado &lt; 1 entonces se escoge 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 el resultado &gt; 1 entonces se escoge B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 el resultado = 1 entonces es indistinto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Decisiones de localización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504000" y="1519560"/>
            <a:ext cx="9071640" cy="553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2020-10-20T17:24:23Z</dcterms:created>
  <dc:creator/>
  <dc:description/>
  <dc:language>es-BO</dc:language>
  <cp:lastModifiedBy/>
  <dcterms:modified xsi:type="dcterms:W3CDTF">2020-10-20T18:08:05Z</dcterms:modified>
  <cp:revision>1</cp:revision>
  <dc:subject/>
  <dc:title/>
</cp:coreProperties>
</file>