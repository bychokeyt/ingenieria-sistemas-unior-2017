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20.png" ContentType="image/png"/>
  <Override PartName="/ppt/media/image19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2.png" ContentType="image/png"/>
  <Override PartName="/ppt/media/image2.png" ContentType="image/png"/>
  <Override PartName="/ppt/media/image21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AD20CCC0-0A31-4D20-BD34-8457384A3913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Lugar que permita el máximo rendimiento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538280" y="2088000"/>
            <a:ext cx="7533720" cy="453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debe tomar en cuenta los factores técnicos, legales, tributarios, sociales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520000" y="2088000"/>
            <a:ext cx="4608000" cy="460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las motivaciones personales del empresario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545480" y="2088000"/>
            <a:ext cx="6950520" cy="460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Macrolocalización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995560" y="2040840"/>
            <a:ext cx="3484440" cy="4754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Microlocalización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864000" y="2387520"/>
            <a:ext cx="8658720" cy="38764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Medios de transporte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088000" y="2031120"/>
            <a:ext cx="6292440" cy="4736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Captar mano de obra especializada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872000" y="2160000"/>
            <a:ext cx="6816600" cy="453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Servicios básicos (Luz, agua, comunicaciones, etc)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919960" y="2016000"/>
            <a:ext cx="3632040" cy="453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 la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Tratamiento de deshechos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461960" y="2259000"/>
            <a:ext cx="7170480" cy="410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Medios y costos de transporte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512000" y="2144160"/>
            <a:ext cx="7589160" cy="4263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Disponibilidad y costo de mano de obra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2160000" y="2040480"/>
            <a:ext cx="6119640" cy="4583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Cercanía de las fuentes de abastecimiento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1859400" y="2088000"/>
            <a:ext cx="6708600" cy="446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ambientales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067040" y="2047680"/>
            <a:ext cx="8292960" cy="4360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Cercanía del mercado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463040" y="2088000"/>
            <a:ext cx="7536960" cy="4273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y disponibilidad de terrenos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2304000" y="2016000"/>
            <a:ext cx="6175800" cy="460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Topografía de suelos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232000" y="2088000"/>
            <a:ext cx="6192000" cy="4637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impositiva y legal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3096000" y="1997280"/>
            <a:ext cx="3672000" cy="487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Disponibilidad de agua, energía y otros suministros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112480" y="2184480"/>
            <a:ext cx="6023520" cy="4511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Comunicaciones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016000" y="2088000"/>
            <a:ext cx="6204240" cy="439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de localización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Posibilidad de desprenderse de desechos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160000" y="1971720"/>
            <a:ext cx="5679000" cy="4580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9" dur="indefinite" restart="never" nodeType="tmRoot">
          <p:childTnLst>
            <p:seq>
              <p:cTn id="4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504000" y="1477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2020-10-19T17:23:43Z</dcterms:created>
  <dc:creator/>
  <dc:description/>
  <dc:language>es-BO</dc:language>
  <cp:lastModifiedBy/>
  <dcterms:modified xsi:type="dcterms:W3CDTF">2020-10-19T18:10:05Z</dcterms:modified>
  <cp:revision>2</cp:revision>
  <dc:subject/>
  <dc:title/>
</cp:coreProperties>
</file>