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3.png" ContentType="image/png"/>
  <Override PartName="/ppt/media/image12.png" ContentType="image/png"/>
  <Override PartName="/ppt/media/image11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586A7BCD-03A6-4C2B-9D39-5E3F7AF7A7CD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685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Oferta 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Numero de unidades de un determinado bien o servicio que los productores están dispuestos a vender a determinado precio en un determinado tiempo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1296000" y="2304000"/>
            <a:ext cx="6219720" cy="4176000"/>
          </a:xfrm>
          <a:prstGeom prst="rect">
            <a:avLst/>
          </a:prstGeom>
          <a:ln>
            <a:noFill/>
          </a:ln>
        </p:spPr>
      </p:pic>
      <p:pic>
        <p:nvPicPr>
          <p:cNvPr id="42" name="" descr=""/>
          <p:cNvPicPr/>
          <p:nvPr/>
        </p:nvPicPr>
        <p:blipFill>
          <a:blip r:embed="rId2"/>
          <a:stretch/>
        </p:blipFill>
        <p:spPr>
          <a:xfrm>
            <a:off x="7632000" y="2249280"/>
            <a:ext cx="2142720" cy="3798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Oferta de mercados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Precio esta en la intersección entre demanda y oferta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281880" y="2376000"/>
            <a:ext cx="5838120" cy="4104000"/>
          </a:xfrm>
          <a:prstGeom prst="rect">
            <a:avLst/>
          </a:prstGeom>
          <a:ln>
            <a:noFill/>
          </a:ln>
        </p:spPr>
      </p:pic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6184080" y="2890800"/>
            <a:ext cx="3607920" cy="29412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Oferta de mercados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equilibrio se alcanza con la participación de la competencia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1800000" y="2448000"/>
            <a:ext cx="6696720" cy="403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Oferta de mercados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Demanda: trata de estudiar el efecto de los precios sobre la cantidad ofrecida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1584000" y="2572200"/>
            <a:ext cx="3009600" cy="3547800"/>
          </a:xfrm>
          <a:prstGeom prst="rect">
            <a:avLst/>
          </a:prstGeom>
          <a:ln>
            <a:noFill/>
          </a:ln>
        </p:spPr>
      </p:pic>
      <p:pic>
        <p:nvPicPr>
          <p:cNvPr id="53" name="" descr=""/>
          <p:cNvPicPr/>
          <p:nvPr/>
        </p:nvPicPr>
        <p:blipFill>
          <a:blip r:embed="rId2"/>
          <a:stretch/>
        </p:blipFill>
        <p:spPr>
          <a:xfrm>
            <a:off x="5239440" y="2664000"/>
            <a:ext cx="3349440" cy="345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Oferta de mercados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a: Valor de los insumos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993600" y="2808000"/>
            <a:ext cx="8294400" cy="309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Oferta de mercados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b: Desarrollo de la tecnología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2304000" y="2304000"/>
            <a:ext cx="5797080" cy="424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Oferta de mercados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c: Variaciones climáticas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2257920" y="2304000"/>
            <a:ext cx="6137640" cy="403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Oferta de mercados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d: Valor de los bienes relacionados o sustitutos 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512000" y="2585520"/>
            <a:ext cx="4034520" cy="3318480"/>
          </a:xfrm>
          <a:prstGeom prst="rect">
            <a:avLst/>
          </a:prstGeom>
          <a:ln>
            <a:noFill/>
          </a:ln>
        </p:spPr>
      </p:pic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5256000" y="2585520"/>
            <a:ext cx="3390480" cy="33904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Asignación de recursos en mercados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Asignar recursos: Distribuir los recursos disponibles en un determinad tiempo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2448000" y="2438640"/>
            <a:ext cx="5636520" cy="4041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1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Asignación de recursos en mercados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Problema:  Cuanto asignar a cada mercado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2304000" y="2448000"/>
            <a:ext cx="5479560" cy="410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TextShape 2"/>
          <p:cNvSpPr txBox="1"/>
          <p:nvPr/>
        </p:nvSpPr>
        <p:spPr>
          <a:xfrm>
            <a:off x="504000" y="1769040"/>
            <a:ext cx="9071640" cy="5358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Asignación de recursos en mercados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asigna mas recursos a quien tenga mas demanda en ese momento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2863440" y="2364480"/>
            <a:ext cx="3904560" cy="4028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7" name="TextShape 2"/>
          <p:cNvSpPr txBox="1"/>
          <p:nvPr/>
        </p:nvSpPr>
        <p:spPr>
          <a:xfrm>
            <a:off x="504000" y="1659240"/>
            <a:ext cx="9071640" cy="55789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5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2020-09-30T17:13:24Z</dcterms:created>
  <dc:creator/>
  <dc:description/>
  <dc:language>es-BO</dc:language>
  <cp:lastModifiedBy/>
  <dcterms:modified xsi:type="dcterms:W3CDTF">2020-09-30T18:11:02Z</dcterms:modified>
  <cp:revision>1</cp:revision>
  <dc:subject/>
  <dc:title/>
</cp:coreProperties>
</file>