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0080625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BO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BO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BO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BO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BO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BO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BO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BO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BO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BO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Imagen 36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  <p:pic>
        <p:nvPicPr>
          <p:cNvPr id="38" name="Imagen 37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BO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del texto de título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BO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texto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BO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BO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BO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BO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BO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BO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BO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&lt;fecha/hora&gt;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tIns="0" rIns="0" bIns="0"/>
          <a:lstStyle/>
          <a:p>
            <a:pPr algn="ctr"/>
            <a:r>
              <a:rPr lang="es-BO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&lt;pie de página&gt;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fld id="{8DE7B0C7-C7AF-4348-A033-374330117C40}" type="slidenum">
              <a:rPr lang="es-BO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‹Nº›</a:t>
            </a:fld>
            <a:endParaRPr lang="es-BO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</a:p>
        </p:txBody>
      </p:sp>
      <p:sp>
        <p:nvSpPr>
          <p:cNvPr id="40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Introducción</a:t>
            </a: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s-BO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Invertir recursos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423" y="2435520"/>
            <a:ext cx="4911955" cy="40932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</a:p>
        </p:txBody>
      </p:sp>
      <p:sp>
        <p:nvSpPr>
          <p:cNvPr id="42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s-BO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Satisfacer una necesidad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273" y="1769040"/>
            <a:ext cx="5145869" cy="4174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</a:p>
        </p:txBody>
      </p:sp>
      <p:sp>
        <p:nvSpPr>
          <p:cNvPr id="44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s-BO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Evaluación determina si los recursos se invierten de forma eficiente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1" y="1769040"/>
            <a:ext cx="7034921" cy="4384440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</a:p>
        </p:txBody>
      </p:sp>
      <p:sp>
        <p:nvSpPr>
          <p:cNvPr id="46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s-BO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Inversiones pueden ser grandes o pequeñas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495" y="1769040"/>
            <a:ext cx="6193777" cy="4174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</a:p>
        </p:txBody>
      </p:sp>
      <p:sp>
        <p:nvSpPr>
          <p:cNvPr id="48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s-BO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Los proyectos aumentan la fiabilidad para tomar la decisión 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60" y="2244528"/>
            <a:ext cx="8247120" cy="3534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</a:p>
        </p:txBody>
      </p:sp>
      <p:sp>
        <p:nvSpPr>
          <p:cNvPr id="50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s-BO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realizan los proyectos para ahorrar recursos y aumentar las ganancias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461" y="2108199"/>
            <a:ext cx="7231890" cy="36159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</a:p>
        </p:txBody>
      </p:sp>
      <p:sp>
        <p:nvSpPr>
          <p:cNvPr id="52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 ideas</a:t>
            </a: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s-BO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Idea: Representación abstracta de una cosa real o irreal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695" y="2379090"/>
            <a:ext cx="3869865" cy="38698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</a:p>
        </p:txBody>
      </p:sp>
      <p:sp>
        <p:nvSpPr>
          <p:cNvPr id="54" name="TextShape 2"/>
          <p:cNvSpPr txBox="1"/>
          <p:nvPr/>
        </p:nvSpPr>
        <p:spPr>
          <a:xfrm>
            <a:off x="504000" y="1705680"/>
            <a:ext cx="9071640" cy="5269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Idea del proyecto</a:t>
            </a: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s-BO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Establecer la necesidad de la cual partirá el proyecto</a:t>
            </a: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901" y="2199639"/>
            <a:ext cx="6317490" cy="31587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</a:p>
        </p:txBody>
      </p:sp>
      <p:sp>
        <p:nvSpPr>
          <p:cNvPr id="56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Concepción de la idea del proyecto</a:t>
            </a: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s-BO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Un proyecto surge como respuesta a la concepción de una idea que busca la solución de un problema 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281" y="2220404"/>
            <a:ext cx="6632443" cy="37963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</a:p>
        </p:txBody>
      </p:sp>
      <p:sp>
        <p:nvSpPr>
          <p:cNvPr id="58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Características</a:t>
            </a: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s-BO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1.- la recuperación es a largo plazo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041" y="2406522"/>
            <a:ext cx="5616625" cy="35005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</a:p>
        </p:txBody>
      </p:sp>
      <p:sp>
        <p:nvSpPr>
          <p:cNvPr id="60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Características</a:t>
            </a: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s-BO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2.- Son de carácter irreversible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137" y="2965449"/>
            <a:ext cx="2800350" cy="1628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</a:p>
        </p:txBody>
      </p:sp>
      <p:sp>
        <p:nvSpPr>
          <p:cNvPr id="62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Características</a:t>
            </a: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s-BO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3.- Comprometen los recursos de las organizaciones o de las personas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279" y="2588173"/>
            <a:ext cx="7728893" cy="35046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</a:p>
        </p:txBody>
      </p:sp>
      <p:sp>
        <p:nvSpPr>
          <p:cNvPr id="64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Características</a:t>
            </a: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s-BO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4.- La asignación de recursos en actividades o activos que permitan aumentar el valor de la empresa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366" y="2316606"/>
            <a:ext cx="6460023" cy="36635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BO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</a:p>
        </p:txBody>
      </p:sp>
      <p:sp>
        <p:nvSpPr>
          <p:cNvPr id="66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s-BO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Gracias</a:t>
            </a:r>
          </a:p>
          <a:p>
            <a:pPr algn="ctr"/>
            <a:endParaRPr lang="es-BO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s-BO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s-BO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Ing. Alvaro Rodrigo Lara Valdivia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230</Words>
  <Application>Microsoft Office PowerPoint</Application>
  <PresentationFormat>Personalizado</PresentationFormat>
  <Paragraphs>167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DejaVu Sans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Alvaro Lara</cp:lastModifiedBy>
  <cp:revision>3</cp:revision>
  <dcterms:created xsi:type="dcterms:W3CDTF">2020-09-23T16:46:31Z</dcterms:created>
  <dcterms:modified xsi:type="dcterms:W3CDTF">2021-03-16T23:14:42Z</dcterms:modified>
  <dc:language>es-BO</dc:language>
</cp:coreProperties>
</file>