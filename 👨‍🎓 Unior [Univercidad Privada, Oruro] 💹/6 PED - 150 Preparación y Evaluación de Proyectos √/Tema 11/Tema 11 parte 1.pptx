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7.jpeg" ContentType="image/jpeg"/>
  <Override PartName="/ppt/media/image6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5ABDA4FA-C827-4390-81D4-E66041B72B85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Flujo de caja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447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del flujo de caja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Egresos iniciales de fondos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232000" y="2112480"/>
            <a:ext cx="5927400" cy="4439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Flujo de caja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447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del flujo de caja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Ingresos y egresos de operaciones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534040" y="2232000"/>
            <a:ext cx="5014080" cy="410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Flujo de caja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447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del flujo de caja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Momento en que ocurren estos ingresos y egresos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096000" y="2304000"/>
            <a:ext cx="4196880" cy="40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Flujo de caja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447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del flujo de caja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Valor de deshecho o salvamento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246040" y="2170800"/>
            <a:ext cx="5313960" cy="43491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Flujo de caja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447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del flujo de caja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423080" y="2160000"/>
            <a:ext cx="7216920" cy="5091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Flujo de caja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426320"/>
            <a:ext cx="9071640" cy="5578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5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2020-10-21T17:53:46Z</dcterms:created>
  <dc:creator/>
  <dc:description/>
  <dc:language>es-BO</dc:language>
  <cp:lastModifiedBy/>
  <dcterms:modified xsi:type="dcterms:W3CDTF">2020-10-21T18:18:36Z</dcterms:modified>
  <cp:revision>1</cp:revision>
  <dc:subject/>
  <dc:title/>
</cp:coreProperties>
</file>