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4.png" ContentType="image/png"/>
  <Override PartName="/ppt/media/image13.png" ContentType="image/png"/>
  <Override PartName="/ppt/media/image12.png" ContentType="image/png"/>
  <Override PartName="/ppt/media/image11.png" ContentType="image/png"/>
  <Override PartName="/ppt/media/image7.png" ContentType="image/png"/>
  <Override PartName="/ppt/media/image3.jpeg" ContentType="image/jpeg"/>
  <Override PartName="/ppt/media/image2.png" ContentType="image/png"/>
  <Override PartName="/ppt/media/image1.png" ContentType="image/png"/>
  <Override PartName="/ppt/media/image5.jpeg" ContentType="image/jpeg"/>
  <Override PartName="/ppt/media/image4.jpeg" ContentType="image/jpeg"/>
  <Override PartName="/ppt/media/image6.png" ContentType="image/png"/>
  <Override PartName="/ppt/media/image8.png" ContentType="image/png"/>
  <Override PartName="/ppt/media/image9.png" ContentType="image/png"/>
  <Override PartName="/ppt/media/image10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280" cy="58503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2292480" y="1768680"/>
            <a:ext cx="5494680" cy="438408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280" cy="1261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presenta una decisión de inversión que tiene un desembolso inicial de 70 u.m. y genera un flujo de caja el primer año de 15 u.m. y el segundo de 60 u.m.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563760" y="2664000"/>
            <a:ext cx="8795880" cy="40546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792000" y="2520000"/>
            <a:ext cx="8363880" cy="43758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936000" y="2376000"/>
            <a:ext cx="8380080" cy="466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59400" y="2868840"/>
            <a:ext cx="10080360" cy="2834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2" name="" descr=""/>
          <p:cNvPicPr/>
          <p:nvPr/>
        </p:nvPicPr>
        <p:blipFill>
          <a:blip r:embed="rId1"/>
          <a:stretch/>
        </p:blipFill>
        <p:spPr>
          <a:xfrm>
            <a:off x="59400" y="2448000"/>
            <a:ext cx="1008036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Ecuación de segundo grado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59400" y="2448000"/>
            <a:ext cx="10080360" cy="3756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59400" y="2520000"/>
            <a:ext cx="10080360" cy="331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59400" y="2304000"/>
            <a:ext cx="10080360" cy="34822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59400" y="2171880"/>
            <a:ext cx="10080360" cy="4228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59400" y="2266200"/>
            <a:ext cx="10080360" cy="4039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1" dur="indefinite" restart="never" nodeType="tmRoot">
          <p:childTnLst>
            <p:seq>
              <p:cTn id="2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59400" y="2520000"/>
            <a:ext cx="10080360" cy="2752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3" dur="indefinite" restart="never" nodeType="tmRoot">
          <p:childTnLst>
            <p:seq>
              <p:cTn id="2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CustomShape 2"/>
          <p:cNvSpPr/>
          <p:nvPr/>
        </p:nvSpPr>
        <p:spPr>
          <a:xfrm>
            <a:off x="504000" y="1440000"/>
            <a:ext cx="9071280" cy="554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 mayor hace del VAN negativo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TIR menor hace del VAN positivo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60120" y="2016000"/>
            <a:ext cx="10078920" cy="3672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504000" y="301320"/>
            <a:ext cx="9071280" cy="126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Criterios de evaluación de proyectos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504000" y="1379160"/>
            <a:ext cx="9071280" cy="5665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6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BO" sz="6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 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2020-10-22T17:06:36Z</dcterms:created>
  <dc:creator/>
  <dc:description/>
  <dc:language>es-BO</dc:language>
  <cp:lastModifiedBy/>
  <dcterms:modified xsi:type="dcterms:W3CDTF">2020-10-23T18:13:12Z</dcterms:modified>
  <cp:revision>5</cp:revision>
  <dc:subject/>
  <dc:title/>
</cp:coreProperties>
</file>