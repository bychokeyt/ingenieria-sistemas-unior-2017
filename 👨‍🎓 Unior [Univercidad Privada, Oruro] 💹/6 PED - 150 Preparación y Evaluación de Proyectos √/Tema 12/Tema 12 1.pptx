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_rels/presentation.xml.rels" ContentType="application/vnd.openxmlformats-package.relationships+xml"/>
  <Override PartName="/ppt/media/image7.jpeg" ContentType="image/jpeg"/>
  <Override PartName="/ppt/media/image6.jpeg" ContentType="image/jpeg"/>
  <Override PartName="/ppt/media/image5.jpeg" ContentType="image/jpeg"/>
  <Override PartName="/ppt/media/image8.jpeg" ContentType="image/jpeg"/>
  <Override PartName="/ppt/media/image1.png" ContentType="image/png"/>
  <Override PartName="/ppt/media/image2.png" ContentType="image/png"/>
  <Override PartName="/ppt/media/image3.jpeg" ContentType="image/jpeg"/>
  <Override PartName="/ppt/media/image4.jpeg" ContentType="image/jpeg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0080625" cy="7559675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1640" cy="585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7" name="" descr=""/>
          <p:cNvPicPr/>
          <p:nvPr/>
        </p:nvPicPr>
        <p:blipFill>
          <a:blip r:embed="rId2"/>
          <a:stretch/>
        </p:blipFill>
        <p:spPr>
          <a:xfrm>
            <a:off x="2292120" y="1768680"/>
            <a:ext cx="5495040" cy="4384440"/>
          </a:xfrm>
          <a:prstGeom prst="rect">
            <a:avLst/>
          </a:prstGeom>
          <a:ln>
            <a:noFill/>
          </a:ln>
        </p:spPr>
      </p:pic>
      <p:pic>
        <p:nvPicPr>
          <p:cNvPr id="38" name="" descr=""/>
          <p:cNvPicPr/>
          <p:nvPr/>
        </p:nvPicPr>
        <p:blipFill>
          <a:blip r:embed="rId3"/>
          <a:stretch/>
        </p:blipFill>
        <p:spPr>
          <a:xfrm>
            <a:off x="2292120" y="1768680"/>
            <a:ext cx="5495040" cy="438444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Pulse para editar el formato del texto de título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Pulse para editar el formato de esquema del texto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BO" sz="2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Segundo nivel del esquema</a:t>
            </a:r>
            <a:endParaRPr b="0" lang="es-BO" sz="2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Tercer nivel del esquema</a:t>
            </a:r>
            <a:endParaRPr b="0" lang="es-BO" sz="2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Cuarto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Quinto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Sexto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Séptimo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</p:spPr>
        <p:txBody>
          <a:bodyPr lIns="0" rIns="0" tIns="0" bIns="0"/>
          <a:p>
            <a:r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&lt;fecha/hora&gt;</a:t>
            </a:r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 lIns="0" rIns="0" tIns="0" bIns="0"/>
          <a:p>
            <a:pPr algn="ctr"/>
            <a:r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&lt;pie de página&gt;</a:t>
            </a:r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 lIns="0" rIns="0" tIns="0" bIns="0"/>
          <a:p>
            <a:pPr algn="r"/>
            <a:fld id="{03F09005-5279-42EF-927D-E281E19CC596}" type="slidenum"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&lt;número&gt;</a:t>
            </a:fld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Criterios de evaluación de proyectos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0" name="TextShape 2"/>
          <p:cNvSpPr txBox="1"/>
          <p:nvPr/>
        </p:nvSpPr>
        <p:spPr>
          <a:xfrm>
            <a:off x="504000" y="1440000"/>
            <a:ext cx="9071640" cy="554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VAN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 presenta una decisión de inversión que tiene un desembolso inicial de 70 u.m. y genera un flujo de caja el primer año de 15 u.m. y el segundo de 60 u.m., sabiendo que i = 5%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Criterios de evaluación de proyectos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2" name="TextShape 2"/>
          <p:cNvSpPr txBox="1"/>
          <p:nvPr/>
        </p:nvSpPr>
        <p:spPr>
          <a:xfrm>
            <a:off x="504000" y="1440000"/>
            <a:ext cx="9071640" cy="554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VAN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3" name="" descr=""/>
          <p:cNvPicPr/>
          <p:nvPr/>
        </p:nvPicPr>
        <p:blipFill>
          <a:blip r:embed="rId1"/>
          <a:stretch/>
        </p:blipFill>
        <p:spPr>
          <a:xfrm>
            <a:off x="563760" y="2664000"/>
            <a:ext cx="8796240" cy="40550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" dur="indefinite" restart="never" nodeType="tmRoot">
          <p:childTnLst>
            <p:seq>
              <p:cTn id="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Criterios de evaluación de proyectos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5" name="TextShape 2"/>
          <p:cNvSpPr txBox="1"/>
          <p:nvPr/>
        </p:nvSpPr>
        <p:spPr>
          <a:xfrm>
            <a:off x="504000" y="1440000"/>
            <a:ext cx="9071640" cy="554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VAN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6" name="" descr=""/>
          <p:cNvPicPr/>
          <p:nvPr/>
        </p:nvPicPr>
        <p:blipFill>
          <a:blip r:embed="rId1"/>
          <a:stretch/>
        </p:blipFill>
        <p:spPr>
          <a:xfrm>
            <a:off x="792000" y="2520000"/>
            <a:ext cx="8364240" cy="43761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5" dur="indefinite" restart="never" nodeType="tmRoot">
          <p:childTnLst>
            <p:seq>
              <p:cTn id="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Criterios de evaluación de proyectos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8" name="TextShape 2"/>
          <p:cNvSpPr txBox="1"/>
          <p:nvPr/>
        </p:nvSpPr>
        <p:spPr>
          <a:xfrm>
            <a:off x="504000" y="1440000"/>
            <a:ext cx="9071640" cy="554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VAN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936000" y="2376000"/>
            <a:ext cx="8380440" cy="46623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7" dur="indefinite" restart="never" nodeType="tmRoot">
          <p:childTnLst>
            <p:seq>
              <p:cTn id="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Criterios de evaluación de proyectos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1" name="TextShape 2"/>
          <p:cNvSpPr txBox="1"/>
          <p:nvPr/>
        </p:nvSpPr>
        <p:spPr>
          <a:xfrm>
            <a:off x="504000" y="1440360"/>
            <a:ext cx="9071640" cy="554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VAN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Deriva de la formula de la capitalización compuesta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Cn = Valor futuro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 = Valor actual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 = Tasa de descuento, tasa de actualización, costo de capital , tipo de interés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n = Numero de año 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2" name="" descr=""/>
          <p:cNvPicPr/>
          <p:nvPr/>
        </p:nvPicPr>
        <p:blipFill>
          <a:blip r:embed="rId1"/>
          <a:stretch/>
        </p:blipFill>
        <p:spPr>
          <a:xfrm>
            <a:off x="936000" y="2232000"/>
            <a:ext cx="7977240" cy="2664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9" dur="indefinite" restart="never" nodeType="tmRoot">
          <p:childTnLst>
            <p:seq>
              <p:cTn id="1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Criterios de evaluación de proyectos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4" name="TextShape 2"/>
          <p:cNvSpPr txBox="1"/>
          <p:nvPr/>
        </p:nvSpPr>
        <p:spPr>
          <a:xfrm>
            <a:off x="504000" y="1440000"/>
            <a:ext cx="9071640" cy="554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VAN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635760" y="3024000"/>
            <a:ext cx="8580240" cy="251748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1" dur="indefinite" restart="never" nodeType="tmRoot">
          <p:childTnLst>
            <p:seq>
              <p:cTn id="1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Criterios de evaluación de proyectos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7" name="TextShape 2"/>
          <p:cNvSpPr txBox="1"/>
          <p:nvPr/>
        </p:nvSpPr>
        <p:spPr>
          <a:xfrm>
            <a:off x="504000" y="1440000"/>
            <a:ext cx="9071640" cy="554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VAN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8" name="" descr=""/>
          <p:cNvPicPr/>
          <p:nvPr/>
        </p:nvPicPr>
        <p:blipFill>
          <a:blip r:embed="rId1"/>
          <a:stretch/>
        </p:blipFill>
        <p:spPr>
          <a:xfrm>
            <a:off x="1584000" y="2232000"/>
            <a:ext cx="7256160" cy="51415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3" dur="indefinite" restart="never" nodeType="tmRoot">
          <p:childTnLst>
            <p:seq>
              <p:cTn id="1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Criterios de evaluación de proyectos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0" name="TextShape 2"/>
          <p:cNvSpPr txBox="1"/>
          <p:nvPr/>
        </p:nvSpPr>
        <p:spPr>
          <a:xfrm>
            <a:off x="504000" y="1349280"/>
            <a:ext cx="9071640" cy="5725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VAN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Decisión 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 el VAN es positivo se puede aceptar el proyecto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 el VAN es negativo se rechaza el proyecto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15" dur="indefinite" restart="never" nodeType="tmRoot">
          <p:childTnLst>
            <p:seq>
              <p:cTn id="1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Criterios de evaluación de proyectos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2" name="TextShape 2"/>
          <p:cNvSpPr txBox="1"/>
          <p:nvPr/>
        </p:nvSpPr>
        <p:spPr>
          <a:xfrm>
            <a:off x="504000" y="1379160"/>
            <a:ext cx="9071640" cy="5666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6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Gracias</a:t>
            </a:r>
            <a:endParaRPr b="0" lang="es-BO" sz="6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6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6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6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6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6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Ing  Alvaro Rodrigo Lara Valdivia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17" dur="indefinite" restart="never" nodeType="tmRoot">
          <p:childTnLst>
            <p:seq>
              <p:cTn id="1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LibreOffice/5.2.7.2$Linux_X86_64 LibreOffice_project/20m0$Build-2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2020-10-22T17:06:36Z</dcterms:created>
  <dc:creator/>
  <dc:description/>
  <dc:language>es-BO</dc:language>
  <cp:lastModifiedBy/>
  <dcterms:modified xsi:type="dcterms:W3CDTF">2020-10-22T18:07:14Z</dcterms:modified>
  <cp:revision>2</cp:revision>
  <dc:subject/>
  <dc:title/>
</cp:coreProperties>
</file>