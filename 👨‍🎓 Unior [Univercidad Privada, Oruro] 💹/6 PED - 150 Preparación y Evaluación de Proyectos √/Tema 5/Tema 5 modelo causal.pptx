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8.png" ContentType="image/png"/>
  <Override PartName="/ppt/media/image17.jpeg" ContentType="image/jpeg"/>
  <Override PartName="/ppt/media/image16.png" ContentType="image/png"/>
  <Override PartName="/ppt/media/image15.png" ContentType="image/png"/>
  <Override PartName="/ppt/media/image14.png" ContentType="image/png"/>
  <Override PartName="/ppt/media/image11.png" ContentType="image/png"/>
  <Override PartName="/ppt/media/image4.png" ContentType="image/png"/>
  <Override PartName="/ppt/media/image12.png" ContentType="image/png"/>
  <Override PartName="/ppt/media/image6.jpeg" ContentType="image/jpeg"/>
  <Override PartName="/ppt/media/image3.png" ContentType="image/png"/>
  <Override PartName="/ppt/media/image1.png" ContentType="image/png"/>
  <Override PartName="/ppt/media/image8.jpeg" ContentType="image/jpeg"/>
  <Override PartName="/ppt/media/image5.png" ContentType="image/png"/>
  <Override PartName="/ppt/media/image9.jpeg" ContentType="image/jpeg"/>
  <Override PartName="/ppt/media/image13.jpeg" ContentType="image/jpeg"/>
  <Override PartName="/ppt/media/image10.png" ContentType="image/png"/>
  <Override PartName="/ppt/media/image2.png" ContentType="image/png"/>
  <Override PartName="/ppt/media/image7.jpeg" ContentType="image/jpe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AC96B4D6-3D4E-4D12-A800-4599148DEB67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basa en antecedentes cuantitativos históricos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357280" y="2016000"/>
            <a:ext cx="5671800" cy="424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supone que las variables del mercado permanecen estables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328760" y="2160000"/>
            <a:ext cx="7455240" cy="345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432000" y="120924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variable dependiente se proyecta en base a la variable independiente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329920" y="2370960"/>
            <a:ext cx="5158800" cy="3389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32000" y="926640"/>
            <a:ext cx="9071640" cy="62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7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.y’(x) = a + bx</a:t>
            </a:r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Ecuación de regresión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432000" y="1053360"/>
            <a:ext cx="9071640" cy="6037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.a = Punto de intersección de la linea de regresión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.b = Pendiente de la linea de regresión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.x= variable independiente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.y = variable dependiente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936000" y="1694520"/>
            <a:ext cx="8263440" cy="4015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Coeficiente de correlación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792000" y="3074040"/>
            <a:ext cx="8498520" cy="2037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 (Ejemplo)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2376000" y="2387160"/>
            <a:ext cx="5256000" cy="4524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-2520" y="-11880"/>
            <a:ext cx="10079640" cy="7559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-2520" y="507600"/>
            <a:ext cx="10079640" cy="6519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-2520" y="216000"/>
            <a:ext cx="10079640" cy="720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-2520" y="205200"/>
            <a:ext cx="10079640" cy="71388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936000" y="2536920"/>
            <a:ext cx="8263440" cy="4015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645480" y="2520000"/>
            <a:ext cx="9218520" cy="309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432000" y="2952000"/>
            <a:ext cx="9218520" cy="324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7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y’(x) = a + bx</a:t>
            </a:r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7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573120" y="2592000"/>
            <a:ext cx="893052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792360" y="3074400"/>
            <a:ext cx="8498520" cy="2037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32000" y="1375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Modelos causales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Regresión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57840" y="2509200"/>
            <a:ext cx="9506160" cy="33948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32000" y="1238760"/>
            <a:ext cx="9071640" cy="566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2020-10-06T18:08:25Z</dcterms:created>
  <dc:creator/>
  <dc:description/>
  <dc:language>es-BO</dc:language>
  <cp:lastModifiedBy/>
  <dcterms:modified xsi:type="dcterms:W3CDTF">2020-10-06T18:53:43Z</dcterms:modified>
  <cp:revision>1</cp:revision>
  <dc:subject/>
  <dc:title/>
</cp:coreProperties>
</file>