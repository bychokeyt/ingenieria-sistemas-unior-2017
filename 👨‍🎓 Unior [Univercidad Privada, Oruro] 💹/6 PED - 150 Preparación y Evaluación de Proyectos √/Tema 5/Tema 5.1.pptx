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ppt/slides/_rels/slide10.xml.rels" ContentType="application/vnd.openxmlformats-package.relationships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_rels/presentation.xml.rels" ContentType="application/vnd.openxmlformats-package.relationships+xml"/>
  <Override PartName="/ppt/media/image11.png" ContentType="image/png"/>
  <Override PartName="/ppt/media/image4.png" ContentType="image/png"/>
  <Override PartName="/ppt/media/image3.png" ContentType="image/png"/>
  <Override PartName="/ppt/media/image2.png" ContentType="image/png"/>
  <Override PartName="/ppt/media/image1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10.png" ContentType="image/png"/>
  <Override PartName="/ppt/media/image9.png" ContentType="image/png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0080625" cy="7559675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301320"/>
            <a:ext cx="9071640" cy="5851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504000" y="405936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5152680" y="405936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504000" y="4059360"/>
            <a:ext cx="907164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504000" y="4059360"/>
            <a:ext cx="907164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5152680" y="176904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5152680" y="405936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504000" y="4059360"/>
            <a:ext cx="4426920" cy="2091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37" name="" descr=""/>
          <p:cNvPicPr/>
          <p:nvPr/>
        </p:nvPicPr>
        <p:blipFill>
          <a:blip r:embed="rId2"/>
          <a:stretch/>
        </p:blipFill>
        <p:spPr>
          <a:xfrm>
            <a:off x="2292120" y="1768680"/>
            <a:ext cx="5495040" cy="4384440"/>
          </a:xfrm>
          <a:prstGeom prst="rect">
            <a:avLst/>
          </a:prstGeom>
          <a:ln>
            <a:noFill/>
          </a:ln>
        </p:spPr>
      </p:pic>
      <p:pic>
        <p:nvPicPr>
          <p:cNvPr id="38" name="" descr=""/>
          <p:cNvPicPr/>
          <p:nvPr/>
        </p:nvPicPr>
        <p:blipFill>
          <a:blip r:embed="rId3"/>
          <a:stretch/>
        </p:blipFill>
        <p:spPr>
          <a:xfrm>
            <a:off x="2292120" y="1768680"/>
            <a:ext cx="5495040" cy="4384440"/>
          </a:xfrm>
          <a:prstGeom prst="rect">
            <a:avLst/>
          </a:prstGeom>
          <a:ln>
            <a:noFill/>
          </a:ln>
        </p:spPr>
      </p:pic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Pulse para editar el formato del texto de título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Pulse para editar el formato de esquema del texto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BO" sz="2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Segundo nivel del esquema</a:t>
            </a:r>
            <a:endParaRPr b="0" lang="es-BO" sz="2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2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Tercer nivel del esquema</a:t>
            </a:r>
            <a:endParaRPr b="0" lang="es-BO" sz="2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BO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Cuarto nivel del esquema</a:t>
            </a:r>
            <a:endParaRPr b="0" lang="es-BO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Quinto nivel del esquema</a:t>
            </a:r>
            <a:endParaRPr b="0" lang="es-BO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Sexto nivel del esquema</a:t>
            </a:r>
            <a:endParaRPr b="0" lang="es-BO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BO" sz="20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Séptimo nivel del esquema</a:t>
            </a:r>
            <a:endParaRPr b="0" lang="es-BO" sz="20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</p:spPr>
        <p:txBody>
          <a:bodyPr lIns="0" rIns="0" tIns="0" bIns="0"/>
          <a:p>
            <a:r>
              <a:rPr b="0" lang="es-BO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&lt;fecha/hora&gt;</a:t>
            </a:r>
            <a:endParaRPr b="0" lang="es-BO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</p:spPr>
        <p:txBody>
          <a:bodyPr lIns="0" rIns="0" tIns="0" bIns="0"/>
          <a:p>
            <a:pPr algn="ctr"/>
            <a:r>
              <a:rPr b="0" lang="es-BO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&lt;pie de página&gt;</a:t>
            </a:r>
            <a:endParaRPr b="0" lang="es-BO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</p:spPr>
        <p:txBody>
          <a:bodyPr lIns="0" rIns="0" tIns="0" bIns="0"/>
          <a:p>
            <a:pPr algn="r"/>
            <a:fld id="{7630D819-AE4B-4FA7-BEB9-86C207DA49D9}" type="slidenum">
              <a:rPr b="0" lang="es-BO" sz="1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&lt;número&gt;</a:t>
            </a:fld>
            <a:endParaRPr b="0" lang="es-BO" sz="1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Técnicas de proyección del mercado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0" name="TextShape 2"/>
          <p:cNvSpPr txBox="1"/>
          <p:nvPr/>
        </p:nvSpPr>
        <p:spPr>
          <a:xfrm>
            <a:off x="504000" y="1769040"/>
            <a:ext cx="9071640" cy="5430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El ámbito de la proyección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Estimar resultados futuros en la actualidad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41" name="" descr=""/>
          <p:cNvPicPr/>
          <p:nvPr/>
        </p:nvPicPr>
        <p:blipFill>
          <a:blip r:embed="rId1"/>
          <a:stretch/>
        </p:blipFill>
        <p:spPr>
          <a:xfrm>
            <a:off x="2493000" y="2736000"/>
            <a:ext cx="5273640" cy="35280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1" dur="indefinite" restart="never" nodeType="tmRoot">
          <p:childTnLst>
            <p:seq>
              <p:cTn id="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Técnicas de proyección del mercado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3" name="TextShape 2"/>
          <p:cNvSpPr txBox="1"/>
          <p:nvPr/>
        </p:nvSpPr>
        <p:spPr>
          <a:xfrm>
            <a:off x="504000" y="1769040"/>
            <a:ext cx="9071640" cy="5430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El ámbito de la proyección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Los resultados de la proyección esta relacionada con la calidad de los datos de entrada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44" name="" descr=""/>
          <p:cNvPicPr/>
          <p:nvPr/>
        </p:nvPicPr>
        <p:blipFill>
          <a:blip r:embed="rId1"/>
          <a:stretch/>
        </p:blipFill>
        <p:spPr>
          <a:xfrm>
            <a:off x="2160000" y="2864160"/>
            <a:ext cx="6072120" cy="339984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3" dur="indefinite" restart="never" nodeType="tmRoot">
          <p:childTnLst>
            <p:seq>
              <p:cTn id="4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Técnicas de proyección del mercado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6" name="TextShape 2"/>
          <p:cNvSpPr txBox="1"/>
          <p:nvPr/>
        </p:nvSpPr>
        <p:spPr>
          <a:xfrm>
            <a:off x="504000" y="1769040"/>
            <a:ext cx="9071640" cy="5430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El ámbito de la proyección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Atributo del método 1: Precisión (Cualquier error en su pronostico tendrá asociado un costo)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47" name="" descr=""/>
          <p:cNvPicPr/>
          <p:nvPr/>
        </p:nvPicPr>
        <p:blipFill>
          <a:blip r:embed="rId1"/>
          <a:stretch/>
        </p:blipFill>
        <p:spPr>
          <a:xfrm>
            <a:off x="3267720" y="2520000"/>
            <a:ext cx="4076280" cy="359856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5" dur="indefinite" restart="never" nodeType="tmRoot">
          <p:childTnLst>
            <p:seq>
              <p:cTn id="6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Técnicas de proyección del mercado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9" name="TextShape 2"/>
          <p:cNvSpPr txBox="1"/>
          <p:nvPr/>
        </p:nvSpPr>
        <p:spPr>
          <a:xfrm>
            <a:off x="504000" y="1769040"/>
            <a:ext cx="9071640" cy="5430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El ámbito de la proyección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Atributo del método 2: Sensibilidad (Debe ser lo suficientemente estable para enfrentar una situación de cambio lento como dinámico)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50" name="" descr=""/>
          <p:cNvPicPr/>
          <p:nvPr/>
        </p:nvPicPr>
        <p:blipFill>
          <a:blip r:embed="rId1"/>
          <a:stretch/>
        </p:blipFill>
        <p:spPr>
          <a:xfrm>
            <a:off x="2717280" y="2664000"/>
            <a:ext cx="4112640" cy="30960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7" dur="indefinite" restart="never" nodeType="tmRoot">
          <p:childTnLst>
            <p:seq>
              <p:cTn id="8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Técnicas de proyección del mercado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2" name="TextShape 2"/>
          <p:cNvSpPr txBox="1"/>
          <p:nvPr/>
        </p:nvSpPr>
        <p:spPr>
          <a:xfrm>
            <a:off x="504000" y="1769040"/>
            <a:ext cx="9071640" cy="5430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El ámbito de la proyección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Atributo del método 3: Objetividad (Debe garantizar su validez hacia  las metas establecidas )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53" name="" descr=""/>
          <p:cNvPicPr/>
          <p:nvPr/>
        </p:nvPicPr>
        <p:blipFill>
          <a:blip r:embed="rId1"/>
          <a:stretch/>
        </p:blipFill>
        <p:spPr>
          <a:xfrm>
            <a:off x="2664000" y="2590920"/>
            <a:ext cx="5402160" cy="324108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9" dur="indefinite" restart="never" nodeType="tmRoot">
          <p:childTnLst>
            <p:seq>
              <p:cTn id="10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Técnicas de proyección del mercado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5" name="TextShape 2"/>
          <p:cNvSpPr txBox="1"/>
          <p:nvPr/>
        </p:nvSpPr>
        <p:spPr>
          <a:xfrm>
            <a:off x="504000" y="1769040"/>
            <a:ext cx="9071640" cy="5430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Métodos de proyección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En función de sus caracteres, Métodos de carácter subjetivo, modelos causales y modelos de series de tiempo. 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56" name="" descr=""/>
          <p:cNvPicPr/>
          <p:nvPr/>
        </p:nvPicPr>
        <p:blipFill>
          <a:blip r:embed="rId1"/>
          <a:stretch/>
        </p:blipFill>
        <p:spPr>
          <a:xfrm>
            <a:off x="2256840" y="2520000"/>
            <a:ext cx="5733000" cy="35280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11" dur="indefinite" restart="never" nodeType="tmRoot">
          <p:childTnLst>
            <p:seq>
              <p:cTn id="1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Técnicas de proyección del mercado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8" name="TextShape 2"/>
          <p:cNvSpPr txBox="1"/>
          <p:nvPr/>
        </p:nvSpPr>
        <p:spPr>
          <a:xfrm>
            <a:off x="504000" y="1769040"/>
            <a:ext cx="9071640" cy="5430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Métodos de carácter subjetivo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- Basado en opiniones de expertos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- Se usa generalmente cuando el tiempo de realización del proyecto es corto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- Cuando no se tienen toda la información necesaria o los datos no son confiables 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59" name="" descr=""/>
          <p:cNvPicPr/>
          <p:nvPr/>
        </p:nvPicPr>
        <p:blipFill>
          <a:blip r:embed="rId1"/>
          <a:stretch/>
        </p:blipFill>
        <p:spPr>
          <a:xfrm>
            <a:off x="2230560" y="2664000"/>
            <a:ext cx="5401440" cy="313056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13" dur="indefinite" restart="never" nodeType="tmRoot">
          <p:childTnLst>
            <p:seq>
              <p:cTn id="14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Técnicas de proyección del mercado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1" name="TextShape 2"/>
          <p:cNvSpPr txBox="1"/>
          <p:nvPr/>
        </p:nvSpPr>
        <p:spPr>
          <a:xfrm>
            <a:off x="504000" y="1566000"/>
            <a:ext cx="9071640" cy="58377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Métodos de carácter subjetivo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Método Delfi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1.- Se reparten cuestionarios al panel de expertos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2.- Se recoge los cuestionarios y se procesa estadísticamente 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3.- Se repiten los pasos hasta llegar a una estabilidad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No se debe dejar que entren en conversación entre los expertos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Los cuestionarios deben ser anónimos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62" name="" descr=""/>
          <p:cNvPicPr/>
          <p:nvPr/>
        </p:nvPicPr>
        <p:blipFill>
          <a:blip r:embed="rId1"/>
          <a:stretch/>
        </p:blipFill>
        <p:spPr>
          <a:xfrm>
            <a:off x="3463560" y="2700360"/>
            <a:ext cx="3232440" cy="318924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15" dur="indefinite" restart="never" nodeType="tmRoot">
          <p:childTnLst>
            <p:seq>
              <p:cTn id="16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Técnicas de proyección del mercado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4" name="TextShape 2"/>
          <p:cNvSpPr txBox="1"/>
          <p:nvPr/>
        </p:nvSpPr>
        <p:spPr>
          <a:xfrm>
            <a:off x="504000" y="1466280"/>
            <a:ext cx="9071640" cy="60375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Métodos de proyección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32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Consenso de panel</a:t>
            </a:r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. 1.- Se reúne a los expertos y se da el tema para estudiar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2.- Se motiva a que los expertos lleguen a un consenso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La información no se mantiene secreta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Tener cuidado de que se salga de control el método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65" name="" descr=""/>
          <p:cNvPicPr/>
          <p:nvPr/>
        </p:nvPicPr>
        <p:blipFill>
          <a:blip r:embed="rId1"/>
          <a:stretch/>
        </p:blipFill>
        <p:spPr>
          <a:xfrm>
            <a:off x="1584000" y="2592000"/>
            <a:ext cx="7056720" cy="352800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17" dur="indefinite" restart="never" nodeType="tmRoot">
          <p:childTnLst>
            <p:seq>
              <p:cTn id="18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Shape 1"/>
          <p:cNvSpPr txBox="1"/>
          <p:nvPr/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r>
              <a:rPr b="0" lang="es-BO" sz="4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Técnicas de proyección del mercado</a:t>
            </a:r>
            <a:endParaRPr b="0" lang="es-BO" sz="4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7" name="TextShape 2"/>
          <p:cNvSpPr txBox="1"/>
          <p:nvPr/>
        </p:nvSpPr>
        <p:spPr>
          <a:xfrm>
            <a:off x="504000" y="1769040"/>
            <a:ext cx="9071640" cy="543096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/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32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54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Gracias</a:t>
            </a:r>
            <a:endParaRPr b="0" lang="es-BO" sz="5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5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5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5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endParaRPr b="0" lang="es-BO" sz="54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/>
            <a:r>
              <a:rPr b="0" lang="es-BO" sz="1800" spc="-1" strike="noStrike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Ing.  Alvaro Rodrigo Lara Valdivia</a:t>
            </a:r>
            <a:endParaRPr b="0" lang="es-BO" sz="1800" spc="-1" strike="noStrike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timing>
    <p:tnLst>
      <p:par>
        <p:cTn id="19" dur="indefinite" restart="never" nodeType="tmRoot">
          <p:childTnLst>
            <p:seq>
              <p:cTn id="20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Application>LibreOffice/5.2.7.2$Linux_X86_64 LibreOffice_project/20m0$Build-2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2020-10-05T17:10:32Z</dcterms:created>
  <dc:creator/>
  <dc:description/>
  <dc:language>es-BO</dc:language>
  <cp:lastModifiedBy/>
  <dcterms:modified xsi:type="dcterms:W3CDTF">2020-10-05T17:55:22Z</dcterms:modified>
  <cp:revision>1</cp:revision>
  <dc:subject/>
  <dc:title/>
</cp:coreProperties>
</file>