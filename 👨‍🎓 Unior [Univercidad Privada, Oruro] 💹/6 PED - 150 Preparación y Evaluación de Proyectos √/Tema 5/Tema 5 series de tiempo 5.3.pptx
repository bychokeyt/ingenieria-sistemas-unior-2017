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6.png" ContentType="image/png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0D934E1E-C46F-4192-94D9-98DD71BBCB5C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refiere a la medición de una variable en el tiempo a intervalos espaciados uniformemente.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3106800" y="2462040"/>
            <a:ext cx="3111840" cy="3801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identifica, una tendencia, un factor cíclico, una fluctuación estacional y una variación no sistemática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376000" y="2377800"/>
            <a:ext cx="5355000" cy="3958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648360" y="2999880"/>
            <a:ext cx="8639640" cy="3408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simple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005480" y="2880000"/>
            <a:ext cx="7850520" cy="316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18080" y="2987280"/>
            <a:ext cx="9838800" cy="3492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549800"/>
            <a:ext cx="9071640" cy="5725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Índice estacional especifico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T3 = demanda real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60" y="2880000"/>
            <a:ext cx="10079640" cy="331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 (ejemplo)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360" y="2811960"/>
            <a:ext cx="10079640" cy="39560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60" y="3024000"/>
            <a:ext cx="10079640" cy="34722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-2520" y="2807280"/>
            <a:ext cx="10079640" cy="3960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-2520" y="2976480"/>
            <a:ext cx="10079640" cy="44395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360" y="2808000"/>
            <a:ext cx="10079640" cy="4636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Por regla de 3 ajustarse a 4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360" y="3157560"/>
            <a:ext cx="10079640" cy="33224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360" y="2880000"/>
            <a:ext cx="10079640" cy="3441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504000" y="1769040"/>
            <a:ext cx="9071640" cy="5286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Modelo de series de tiempo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Promedio móvil centrado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-2520" y="3384000"/>
            <a:ext cx="10079640" cy="3341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TextShape 2"/>
          <p:cNvSpPr txBox="1"/>
          <p:nvPr/>
        </p:nvSpPr>
        <p:spPr>
          <a:xfrm>
            <a:off x="504000" y="1764720"/>
            <a:ext cx="9071640" cy="529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66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66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2020-10-07T17:18:48Z</dcterms:created>
  <dc:creator/>
  <dc:description/>
  <dc:language>es-BO</dc:language>
  <cp:lastModifiedBy/>
  <dcterms:modified xsi:type="dcterms:W3CDTF">2020-10-07T18:39:30Z</dcterms:modified>
  <cp:revision>1</cp:revision>
  <dc:subject/>
  <dc:title/>
</cp:coreProperties>
</file>