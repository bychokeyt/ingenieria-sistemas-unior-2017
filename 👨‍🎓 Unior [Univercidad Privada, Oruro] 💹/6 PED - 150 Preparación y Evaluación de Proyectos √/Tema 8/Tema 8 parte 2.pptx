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0.png" ContentType="image/png"/>
  <Override PartName="/ppt/media/image9.png" ContentType="image/png"/>
  <Override PartName="/ppt/media/image8.png" ContentType="image/png"/>
  <Override PartName="/ppt/media/image6.png" ContentType="image/png"/>
  <Override PartName="/ppt/media/image5.jpeg" ContentType="image/jpeg"/>
  <Override PartName="/ppt/media/image1.png" ContentType="image/png"/>
  <Override PartName="/ppt/media/image2.png" ContentType="image/png"/>
  <Override PartName="/ppt/media/image3.jpeg" ContentType="image/jpeg"/>
  <Override PartName="/ppt/media/image7.png" ContentType="image/png"/>
  <Override PartName="/ppt/media/image4.jpeg" ContentType="image/jpe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D50F4A28-4F6C-4103-9FE8-16555D340E57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48140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 = Desarrollo porcentual de la demanda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Alfa = exponente del factor de escalas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 = Vida útil del equipo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 = Periodo óptimo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080000" y="2808000"/>
            <a:ext cx="7874640" cy="2107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48104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 = Tasa de crecimiento estimado del mercado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152000" y="2359800"/>
            <a:ext cx="8148600" cy="3256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48104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 = Magnitud del mercado actual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Dn = Tamaño óptimo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864000" y="2608200"/>
            <a:ext cx="8639280" cy="22878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48104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Ejemplo: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Magnitud del mercado actual = 1000 u/dia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crecimiento del mercado = 5% anual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Vida util estimada de los equipos = 10 años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Exponente  del factor de escala = 0.6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TextShape 2"/>
          <p:cNvSpPr txBox="1"/>
          <p:nvPr/>
        </p:nvSpPr>
        <p:spPr>
          <a:xfrm>
            <a:off x="504000" y="148104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360" y="3312000"/>
            <a:ext cx="10079640" cy="1983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504000" y="148104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0" y="3528000"/>
            <a:ext cx="10079640" cy="1716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TextShape 2"/>
          <p:cNvSpPr txBox="1"/>
          <p:nvPr/>
        </p:nvSpPr>
        <p:spPr>
          <a:xfrm>
            <a:off x="504000" y="148104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360" y="3651120"/>
            <a:ext cx="10079640" cy="1676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TextShape 2"/>
          <p:cNvSpPr txBox="1"/>
          <p:nvPr/>
        </p:nvSpPr>
        <p:spPr>
          <a:xfrm>
            <a:off x="504000" y="148104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360" y="2592000"/>
            <a:ext cx="10079640" cy="2235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TextShape 2"/>
          <p:cNvSpPr txBox="1"/>
          <p:nvPr/>
        </p:nvSpPr>
        <p:spPr>
          <a:xfrm>
            <a:off x="504000" y="1481040"/>
            <a:ext cx="9071640" cy="550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tamaño de un proyecto con demanda creciente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0" y="3022560"/>
            <a:ext cx="10079640" cy="2377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TextShape 2"/>
          <p:cNvSpPr txBox="1"/>
          <p:nvPr/>
        </p:nvSpPr>
        <p:spPr>
          <a:xfrm>
            <a:off x="504000" y="1399680"/>
            <a:ext cx="9071640" cy="566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2020-10-16T17:15:27Z</dcterms:created>
  <dc:creator/>
  <dc:description/>
  <dc:language>es-BO</dc:language>
  <cp:lastModifiedBy/>
  <dcterms:modified xsi:type="dcterms:W3CDTF">2020-10-16T19:29:37Z</dcterms:modified>
  <cp:revision>2</cp:revision>
  <dc:subject/>
  <dc:title/>
</cp:coreProperties>
</file>