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8.png" ContentType="image/png"/>
  <Override PartName="/ppt/media/image17.jpeg" ContentType="image/jpeg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16938C88-1D81-4CC2-B391-DD85482DB2C0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principal factor es la dimensión del mercado pero no el único factor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003760" y="2376000"/>
            <a:ext cx="606960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2: Tecnología del proceso de producción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845000" y="2376000"/>
            <a:ext cx="584280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3: Disponibilidad de insumos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512000" y="2520000"/>
            <a:ext cx="7152840" cy="3756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4: Localización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376000" y="2400480"/>
            <a:ext cx="5254560" cy="3935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5: Financiamiento del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086920" y="2514960"/>
            <a:ext cx="5905080" cy="3893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Respecto al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Caso 1: Demanda total sea claramente menor que la menor de las unidades productoras posibles de instalar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656000" y="3633120"/>
            <a:ext cx="2058120" cy="2126880"/>
          </a:xfrm>
          <a:prstGeom prst="rect">
            <a:avLst/>
          </a:prstGeom>
          <a:ln>
            <a:noFill/>
          </a:ln>
        </p:spPr>
      </p:pic>
      <p:pic>
        <p:nvPicPr>
          <p:cNvPr id="57" name="" descr=""/>
          <p:cNvPicPr/>
          <p:nvPr/>
        </p:nvPicPr>
        <p:blipFill>
          <a:blip r:embed="rId2"/>
          <a:stretch/>
        </p:blipFill>
        <p:spPr>
          <a:xfrm>
            <a:off x="4896000" y="2592000"/>
            <a:ext cx="3744000" cy="3760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Respecto al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Caso 2: Que la demanda sea igual a la capacidad mínima que se puede instalar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5256000" y="3096000"/>
            <a:ext cx="3240000" cy="3254760"/>
          </a:xfrm>
          <a:prstGeom prst="rect">
            <a:avLst/>
          </a:prstGeom>
          <a:ln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1440360" y="2841120"/>
            <a:ext cx="3382200" cy="3495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Factores que determinan el tamaño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Respecto al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Caso 3: Demanda sea superior a la mayor de las unidades productivas posibles de instalar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440000" y="2840760"/>
            <a:ext cx="3382200" cy="3495240"/>
          </a:xfrm>
          <a:prstGeom prst="rect">
            <a:avLst/>
          </a:prstGeom>
          <a:ln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5832000" y="3096000"/>
            <a:ext cx="2874600" cy="223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Optimización del tamaño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Relación 1: Precio Volumen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880000" y="2520000"/>
            <a:ext cx="4165920" cy="374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Optimización del tamaño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Relación 2: Costo volumen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872000" y="2664000"/>
            <a:ext cx="6172560" cy="345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2571120" y="2440800"/>
            <a:ext cx="4196880" cy="4032000"/>
          </a:xfrm>
          <a:prstGeom prst="rect">
            <a:avLst/>
          </a:prstGeom>
          <a:ln>
            <a:noFill/>
          </a:ln>
        </p:spPr>
      </p:pic>
      <p:sp>
        <p:nvSpPr>
          <p:cNvPr id="74" name="TextShape 2"/>
          <p:cNvSpPr txBox="1"/>
          <p:nvPr/>
        </p:nvSpPr>
        <p:spPr>
          <a:xfrm>
            <a:off x="504000" y="156348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del tamaño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 EXISTE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 existe proporcionalidad en  inversiones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56384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del tamaño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 = Inversiion necesaria para ujn tamaño  Tt de planta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Io = Inversion necesaria para un tamaño To de planta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 = Tamaño de planta utilizado como base de referencia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2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Alfa = Exponente del factor de escala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759600" y="2316240"/>
            <a:ext cx="8436240" cy="3413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563840"/>
            <a:ext cx="9071640" cy="5564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del tamaño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Ejm: Si se determino producir azufre a partir del  Sulfuro de hidrógeno con una capacidad de 30000 Ton/año con una inversión de $ 18000000, para producir 60000 Ton/año, cuanta inversión se necesita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4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 = 18000000 [60000 / 30000]^ 0.64</a:t>
            </a:r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771840" y="4158000"/>
            <a:ext cx="8516160" cy="2970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del tamaño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556280"/>
            <a:ext cx="9071640" cy="5578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5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2020-10-15T17:20:06Z</dcterms:created>
  <dc:creator/>
  <dc:description/>
  <dc:language>es-BO</dc:language>
  <cp:lastModifiedBy/>
  <dcterms:modified xsi:type="dcterms:W3CDTF">2020-10-15T18:30:35Z</dcterms:modified>
  <cp:revision>1</cp:revision>
  <dc:subject/>
  <dc:title/>
</cp:coreProperties>
</file>