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10/12/2020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116943" y="856343"/>
            <a:ext cx="6371773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BO" sz="4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ESTÁNDAR</a:t>
            </a:r>
            <a:endParaRPr lang="es-BO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redondeado 1"/>
          <p:cNvSpPr/>
          <p:nvPr/>
        </p:nvSpPr>
        <p:spPr>
          <a:xfrm>
            <a:off x="4642758" y="2333264"/>
            <a:ext cx="3320142" cy="9144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 smtClean="0">
                <a:solidFill>
                  <a:srgbClr val="002060"/>
                </a:solidFill>
              </a:rPr>
              <a:t>ESTA CONFORMADO POR: </a:t>
            </a:r>
            <a:endParaRPr lang="es-BO" b="1" dirty="0">
              <a:solidFill>
                <a:srgbClr val="002060"/>
              </a:solidFill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319318" y="4492171"/>
            <a:ext cx="3672121" cy="9144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ESTÁNDAR DE MINIMIZACIÓN</a:t>
            </a:r>
            <a:endParaRPr lang="es-BO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8302171" y="4484913"/>
            <a:ext cx="3599547" cy="9144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ESTÁNDAR DE  MAXIMIZACIÓN</a:t>
            </a:r>
            <a:endParaRPr lang="es-BO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/>
          <p:cNvCxnSpPr>
            <a:stCxn id="4" idx="2"/>
            <a:endCxn id="2" idx="0"/>
          </p:cNvCxnSpPr>
          <p:nvPr/>
        </p:nvCxnSpPr>
        <p:spPr>
          <a:xfrm flipH="1">
            <a:off x="6302829" y="1625784"/>
            <a:ext cx="1" cy="7074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1988458" y="3730172"/>
            <a:ext cx="1" cy="740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10196293" y="3722917"/>
            <a:ext cx="1" cy="740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>
            <a:off x="6302828" y="3247664"/>
            <a:ext cx="1" cy="482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98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7" y="725715"/>
            <a:ext cx="10740572" cy="563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6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872341" y="2946400"/>
            <a:ext cx="84037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ESTÁNDAR DE MINIMIZACIÓN</a:t>
            </a:r>
            <a:endParaRPr lang="es-BO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72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682171"/>
            <a:ext cx="10958286" cy="567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3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228" y="1161144"/>
            <a:ext cx="3686629" cy="3962399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13" y="1161145"/>
            <a:ext cx="7431315" cy="476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15" y="377371"/>
            <a:ext cx="4992914" cy="5979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71" y="377371"/>
            <a:ext cx="6276068" cy="608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99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487" y="362857"/>
            <a:ext cx="4136570" cy="6096000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8638349" y="6223533"/>
            <a:ext cx="1035423" cy="4706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b="1" dirty="0">
                <a:solidFill>
                  <a:schemeClr val="tx1"/>
                </a:solidFill>
              </a:rPr>
              <a:t>C</a:t>
            </a:r>
            <a:r>
              <a:rPr lang="es-BO" b="1" dirty="0" smtClean="0">
                <a:solidFill>
                  <a:schemeClr val="tx1"/>
                </a:solidFill>
              </a:rPr>
              <a:t>umple</a:t>
            </a:r>
            <a:endParaRPr lang="es-BO" b="1" dirty="0">
              <a:solidFill>
                <a:schemeClr val="tx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87" y="1625600"/>
            <a:ext cx="6836228" cy="412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9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3" y="1080341"/>
            <a:ext cx="4847771" cy="4394081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508001"/>
            <a:ext cx="6638018" cy="596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7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14" y="290286"/>
            <a:ext cx="5167086" cy="632822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05" y="478971"/>
            <a:ext cx="6086475" cy="584925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55" y="3153642"/>
            <a:ext cx="69500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6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799770" y="2699657"/>
            <a:ext cx="8897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ESTÁNDAR DE MAXIMIZACIÓN</a:t>
            </a:r>
            <a:endParaRPr lang="es-BO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39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71" y="464457"/>
            <a:ext cx="11030857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5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742" y="1045225"/>
            <a:ext cx="4093029" cy="433957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9" y="609601"/>
            <a:ext cx="7141027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1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15" y="1372681"/>
            <a:ext cx="4397828" cy="4559789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2" y="377371"/>
            <a:ext cx="6755706" cy="618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258" y="200724"/>
            <a:ext cx="4136570" cy="642026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596571"/>
            <a:ext cx="6981372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1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999" y="252343"/>
            <a:ext cx="4847771" cy="635165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3" y="319317"/>
            <a:ext cx="6473371" cy="621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4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14" y="290286"/>
            <a:ext cx="5167086" cy="632822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54" y="435429"/>
            <a:ext cx="6233588" cy="597988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785255" y="2815772"/>
            <a:ext cx="63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b="1" dirty="0" smtClean="0">
                <a:latin typeface="Agency FB" panose="020B0503020202020204" pitchFamily="34" charset="0"/>
              </a:rPr>
              <a:t>S.A.:</a:t>
            </a:r>
            <a:endParaRPr lang="es-BO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13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2" y="275772"/>
            <a:ext cx="11756571" cy="637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4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e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314</TotalTime>
  <Words>23</Words>
  <Application>Microsoft Office PowerPoint</Application>
  <PresentationFormat>Panorámica</PresentationFormat>
  <Paragraphs>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Agency FB</vt:lpstr>
      <vt:lpstr>Arial</vt:lpstr>
      <vt:lpstr>Corbel</vt:lpstr>
      <vt:lpstr>Base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FLORES</dc:creator>
  <cp:lastModifiedBy>LUIS FLORES</cp:lastModifiedBy>
  <cp:revision>22</cp:revision>
  <dcterms:created xsi:type="dcterms:W3CDTF">2020-04-17T16:08:52Z</dcterms:created>
  <dcterms:modified xsi:type="dcterms:W3CDTF">2020-10-12T23:42:09Z</dcterms:modified>
</cp:coreProperties>
</file>