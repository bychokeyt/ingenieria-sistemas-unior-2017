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020A-3BF1-44BD-829D-7B8327BB373D}" type="datetimeFigureOut">
              <a:rPr lang="es-BO" smtClean="0"/>
              <a:t>01/10/2020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E427-F9FE-4A82-8B3C-BE0B9DC856A5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74600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020A-3BF1-44BD-829D-7B8327BB373D}" type="datetimeFigureOut">
              <a:rPr lang="es-BO" smtClean="0"/>
              <a:t>01/10/2020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E427-F9FE-4A82-8B3C-BE0B9DC856A5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282383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020A-3BF1-44BD-829D-7B8327BB373D}" type="datetimeFigureOut">
              <a:rPr lang="es-BO" smtClean="0"/>
              <a:t>01/10/2020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E427-F9FE-4A82-8B3C-BE0B9DC856A5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84219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020A-3BF1-44BD-829D-7B8327BB373D}" type="datetimeFigureOut">
              <a:rPr lang="es-BO" smtClean="0"/>
              <a:t>01/10/2020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E427-F9FE-4A82-8B3C-BE0B9DC856A5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33972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020A-3BF1-44BD-829D-7B8327BB373D}" type="datetimeFigureOut">
              <a:rPr lang="es-BO" smtClean="0"/>
              <a:t>01/10/2020</a:t>
            </a:fld>
            <a:endParaRPr lang="es-B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E427-F9FE-4A82-8B3C-BE0B9DC856A5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95199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020A-3BF1-44BD-829D-7B8327BB373D}" type="datetimeFigureOut">
              <a:rPr lang="es-BO" smtClean="0"/>
              <a:t>01/10/2020</a:t>
            </a:fld>
            <a:endParaRPr lang="es-B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E427-F9FE-4A82-8B3C-BE0B9DC856A5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677473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020A-3BF1-44BD-829D-7B8327BB373D}" type="datetimeFigureOut">
              <a:rPr lang="es-BO" smtClean="0"/>
              <a:t>01/10/2020</a:t>
            </a:fld>
            <a:endParaRPr lang="es-B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E427-F9FE-4A82-8B3C-BE0B9DC856A5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20557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020A-3BF1-44BD-829D-7B8327BB373D}" type="datetimeFigureOut">
              <a:rPr lang="es-BO" smtClean="0"/>
              <a:t>01/10/2020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E427-F9FE-4A82-8B3C-BE0B9DC856A5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0971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020A-3BF1-44BD-829D-7B8327BB373D}" type="datetimeFigureOut">
              <a:rPr lang="es-BO" smtClean="0"/>
              <a:t>01/10/2020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E427-F9FE-4A82-8B3C-BE0B9DC856A5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30447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020A-3BF1-44BD-829D-7B8327BB373D}" type="datetimeFigureOut">
              <a:rPr lang="es-BO" smtClean="0"/>
              <a:t>01/10/2020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E427-F9FE-4A82-8B3C-BE0B9DC856A5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9043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020A-3BF1-44BD-829D-7B8327BB373D}" type="datetimeFigureOut">
              <a:rPr lang="es-BO" smtClean="0"/>
              <a:t>01/10/2020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E427-F9FE-4A82-8B3C-BE0B9DC856A5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0118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E020A-3BF1-44BD-829D-7B8327BB373D}" type="datetimeFigureOut">
              <a:rPr lang="es-BO" smtClean="0"/>
              <a:t>01/10/2020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CE427-F9FE-4A82-8B3C-BE0B9DC856A5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0888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304365" y="797551"/>
            <a:ext cx="9453281" cy="4903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s-BO" sz="2400" b="1" i="1" dirty="0" smtClean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ourier New" panose="02070309020205020404" pitchFamily="49" charset="0"/>
              </a:rPr>
              <a:t>TRABAJO  DE AULA N°  1</a:t>
            </a:r>
            <a:endParaRPr lang="es-BO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50000"/>
              </a:lnSpc>
              <a:spcAft>
                <a:spcPts val="0"/>
              </a:spcAft>
            </a:pPr>
            <a:r>
              <a:rPr lang="es-ES" i="1" dirty="0" smtClean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ourier New" panose="02070309020205020404" pitchFamily="49" charset="0"/>
              </a:rPr>
              <a:t>Desarrollar el modelo de Programación lineal del  siguiente  caso:</a:t>
            </a:r>
          </a:p>
          <a:p>
            <a:pPr marL="228600" algn="just">
              <a:lnSpc>
                <a:spcPct val="150000"/>
              </a:lnSpc>
              <a:spcAft>
                <a:spcPts val="0"/>
              </a:spcAft>
            </a:pPr>
            <a:endParaRPr lang="es-ES" i="1" dirty="0" smtClean="0">
              <a:solidFill>
                <a:srgbClr val="000000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28600" algn="just">
              <a:lnSpc>
                <a:spcPct val="150000"/>
              </a:lnSpc>
              <a:spcAft>
                <a:spcPts val="0"/>
              </a:spcAft>
            </a:pPr>
            <a:r>
              <a:rPr lang="es-ES" i="1" dirty="0" smtClean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ourier New" panose="02070309020205020404" pitchFamily="49" charset="0"/>
              </a:rPr>
              <a:t>Una empresa fabrica dos modelos de mesas para computadoras; M1  y M2. Para su producción se necesita un trabajo manual de 20 minutos para el modelo M1 y de 30 minutos para  M2;  un trabajo de máquina de 20 minutos para M1 y de 10 minutos para M2. Se dispone de 6000 minutos al mes de trabajo manual y de 4800 minutos al mes de máquina. Sabiendo que el beneficio por  unidad es de 50 Bs.  y  25 Bs. para M1 y M2, respectivamente.</a:t>
            </a:r>
            <a:endParaRPr lang="es-BO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50000"/>
              </a:lnSpc>
              <a:spcAft>
                <a:spcPts val="1000"/>
              </a:spcAft>
            </a:pPr>
            <a:r>
              <a:rPr lang="es-ES" i="1" dirty="0" smtClean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ourier New" panose="02070309020205020404" pitchFamily="49" charset="0"/>
              </a:rPr>
              <a:t>¿Cuántas mesas  del tipo M1  y cuantas  mesas del tipo M2  debe fabricar la empresa mensualmente para maximizar el  beneficio?</a:t>
            </a:r>
            <a:endParaRPr lang="es-B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55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56447" y="2810432"/>
            <a:ext cx="2232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Trabajo manual  c/u</a:t>
            </a:r>
            <a:endParaRPr lang="es-BO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6447" y="4052044"/>
            <a:ext cx="2232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Trabajo máquina  c/u</a:t>
            </a:r>
            <a:endParaRPr lang="es-BO" dirty="0"/>
          </a:p>
        </p:txBody>
      </p:sp>
      <p:sp>
        <p:nvSpPr>
          <p:cNvPr id="4" name="CuadroTexto 3"/>
          <p:cNvSpPr txBox="1"/>
          <p:nvPr/>
        </p:nvSpPr>
        <p:spPr>
          <a:xfrm>
            <a:off x="4611798" y="1895141"/>
            <a:ext cx="675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2800" b="1" dirty="0" smtClean="0">
                <a:solidFill>
                  <a:srgbClr val="FF0000"/>
                </a:solidFill>
              </a:rPr>
              <a:t>M1</a:t>
            </a:r>
            <a:endParaRPr lang="es-BO" sz="2800" b="1" dirty="0">
              <a:solidFill>
                <a:srgbClr val="FF0000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6898069" y="1887956"/>
            <a:ext cx="675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2800" b="1" dirty="0" smtClean="0">
                <a:solidFill>
                  <a:schemeClr val="accent5">
                    <a:lumMod val="50000"/>
                  </a:schemeClr>
                </a:solidFill>
              </a:rPr>
              <a:t>M2</a:t>
            </a:r>
            <a:endParaRPr lang="es-BO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156446" y="5508809"/>
            <a:ext cx="193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Beneficio c/u  (Bs.)</a:t>
            </a:r>
            <a:endParaRPr lang="es-BO" dirty="0"/>
          </a:p>
        </p:txBody>
      </p:sp>
      <p:sp>
        <p:nvSpPr>
          <p:cNvPr id="7" name="CuadroTexto 6"/>
          <p:cNvSpPr txBox="1"/>
          <p:nvPr/>
        </p:nvSpPr>
        <p:spPr>
          <a:xfrm>
            <a:off x="9181182" y="1679697"/>
            <a:ext cx="2057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sz="2800" dirty="0" smtClean="0">
                <a:solidFill>
                  <a:srgbClr val="FF0000"/>
                </a:solidFill>
              </a:rPr>
              <a:t>Tiempo Disponible</a:t>
            </a:r>
            <a:endParaRPr lang="es-BO" sz="2800" dirty="0">
              <a:solidFill>
                <a:srgbClr val="FF0000"/>
              </a:solidFill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505199" y="2710041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20 min.</a:t>
            </a:r>
            <a:endParaRPr lang="es-BO" dirty="0"/>
          </a:p>
        </p:txBody>
      </p:sp>
      <p:sp>
        <p:nvSpPr>
          <p:cNvPr id="10" name="CuadroTexto 9"/>
          <p:cNvSpPr txBox="1"/>
          <p:nvPr/>
        </p:nvSpPr>
        <p:spPr>
          <a:xfrm>
            <a:off x="6708058" y="2693001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30 min.</a:t>
            </a:r>
            <a:endParaRPr lang="es-BO" dirty="0"/>
          </a:p>
        </p:txBody>
      </p:sp>
      <p:sp>
        <p:nvSpPr>
          <p:cNvPr id="11" name="CuadroTexto 10"/>
          <p:cNvSpPr txBox="1"/>
          <p:nvPr/>
        </p:nvSpPr>
        <p:spPr>
          <a:xfrm>
            <a:off x="4505200" y="3880825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20 min.</a:t>
            </a:r>
            <a:endParaRPr lang="es-BO" dirty="0"/>
          </a:p>
        </p:txBody>
      </p:sp>
      <p:sp>
        <p:nvSpPr>
          <p:cNvPr id="12" name="CuadroTexto 11"/>
          <p:cNvSpPr txBox="1"/>
          <p:nvPr/>
        </p:nvSpPr>
        <p:spPr>
          <a:xfrm>
            <a:off x="6708057" y="3867378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1</a:t>
            </a:r>
            <a:r>
              <a:rPr lang="es-BO" dirty="0" smtClean="0"/>
              <a:t>0 min.</a:t>
            </a:r>
            <a:endParaRPr lang="es-BO" dirty="0"/>
          </a:p>
        </p:txBody>
      </p:sp>
      <p:sp>
        <p:nvSpPr>
          <p:cNvPr id="13" name="CuadroTexto 12"/>
          <p:cNvSpPr txBox="1"/>
          <p:nvPr/>
        </p:nvSpPr>
        <p:spPr>
          <a:xfrm>
            <a:off x="4505200" y="550880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50 Bs.</a:t>
            </a:r>
            <a:endParaRPr lang="es-BO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66935" y="550880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25 Bs.</a:t>
            </a:r>
            <a:endParaRPr lang="es-BO" dirty="0"/>
          </a:p>
        </p:txBody>
      </p:sp>
      <p:sp>
        <p:nvSpPr>
          <p:cNvPr id="15" name="CuadroTexto 14"/>
          <p:cNvSpPr txBox="1"/>
          <p:nvPr/>
        </p:nvSpPr>
        <p:spPr>
          <a:xfrm>
            <a:off x="9698453" y="2710041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6000 min./ mes</a:t>
            </a:r>
            <a:endParaRPr lang="es-BO" dirty="0"/>
          </a:p>
        </p:txBody>
      </p:sp>
      <p:sp>
        <p:nvSpPr>
          <p:cNvPr id="16" name="CuadroTexto 15"/>
          <p:cNvSpPr txBox="1"/>
          <p:nvPr/>
        </p:nvSpPr>
        <p:spPr>
          <a:xfrm>
            <a:off x="9648671" y="3867378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4800 min./mes</a:t>
            </a:r>
            <a:endParaRPr lang="es-BO" dirty="0"/>
          </a:p>
        </p:txBody>
      </p:sp>
      <p:sp>
        <p:nvSpPr>
          <p:cNvPr id="17" name="CuadroTexto 16"/>
          <p:cNvSpPr txBox="1"/>
          <p:nvPr/>
        </p:nvSpPr>
        <p:spPr>
          <a:xfrm>
            <a:off x="4275620" y="544021"/>
            <a:ext cx="4491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000" b="1" dirty="0" smtClean="0">
                <a:solidFill>
                  <a:srgbClr val="FF0000"/>
                </a:solidFill>
              </a:rPr>
              <a:t>ANÁLISIS DEL CASO</a:t>
            </a:r>
            <a:endParaRPr lang="es-BO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19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175</Words>
  <Application>Microsoft Office PowerPoint</Application>
  <PresentationFormat>Panorámica</PresentationFormat>
  <Paragraphs>20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Century Gothic</vt:lpstr>
      <vt:lpstr>Courier New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FLORES</dc:creator>
  <cp:lastModifiedBy>LUIS FLORES</cp:lastModifiedBy>
  <cp:revision>4</cp:revision>
  <dcterms:created xsi:type="dcterms:W3CDTF">2020-10-02T00:43:37Z</dcterms:created>
  <dcterms:modified xsi:type="dcterms:W3CDTF">2020-10-02T01:41:35Z</dcterms:modified>
</cp:coreProperties>
</file>