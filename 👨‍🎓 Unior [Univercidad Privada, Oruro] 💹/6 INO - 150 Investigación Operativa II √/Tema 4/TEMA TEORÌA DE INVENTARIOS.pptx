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1665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0881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2036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65143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3736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259041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86038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997035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7423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27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8979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B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09FED-931C-4DDA-ADBF-0956FA3763FE}" type="datetimeFigureOut">
              <a:rPr lang="es-BO" smtClean="0"/>
              <a:t>05/09/2020</a:t>
            </a:fld>
            <a:endParaRPr lang="es-B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3AB48-6571-4E0A-ABD1-3886197AB992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23972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37" y="2425794"/>
            <a:ext cx="10003424" cy="139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17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276" y="275943"/>
            <a:ext cx="7428930" cy="608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01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828" y="234344"/>
            <a:ext cx="7698766" cy="2721488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253" y="2955832"/>
            <a:ext cx="7288265" cy="90347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179" y="4180076"/>
            <a:ext cx="7264915" cy="230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167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32" y="1986802"/>
            <a:ext cx="5528831" cy="1522879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398" y="874059"/>
            <a:ext cx="5892613" cy="506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8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13" y="1676959"/>
            <a:ext cx="7448318" cy="198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106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67" y="87686"/>
            <a:ext cx="9718556" cy="331442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718" y="3005137"/>
            <a:ext cx="6810375" cy="36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2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83" y="1317531"/>
            <a:ext cx="10488400" cy="36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2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5" y="261098"/>
            <a:ext cx="8239125" cy="407670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451" y="707091"/>
            <a:ext cx="3940549" cy="9239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7892" y="2077009"/>
            <a:ext cx="1779126" cy="3032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82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05" y="420501"/>
            <a:ext cx="7500412" cy="5536547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755" y="1817173"/>
            <a:ext cx="4546150" cy="3023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0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369" y="1291880"/>
            <a:ext cx="6822728" cy="366572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476" y="910757"/>
            <a:ext cx="2514600" cy="27622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485" y="1291880"/>
            <a:ext cx="1649226" cy="277180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772" y="4168588"/>
            <a:ext cx="1257300" cy="37147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421" y="4816423"/>
            <a:ext cx="2106567" cy="157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8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32" y="1097055"/>
            <a:ext cx="6375766" cy="420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505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4217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Panorámica</PresentationFormat>
  <Paragraphs>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FLORES</dc:creator>
  <cp:lastModifiedBy>LUIS FLORES</cp:lastModifiedBy>
  <cp:revision>4</cp:revision>
  <dcterms:created xsi:type="dcterms:W3CDTF">2020-08-31T22:29:05Z</dcterms:created>
  <dcterms:modified xsi:type="dcterms:W3CDTF">2020-09-05T22:05:32Z</dcterms:modified>
</cp:coreProperties>
</file>