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61508-95AC-41B1-BD98-5EA0D3F2F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80A38F-91FB-407B-87FB-5C67F1C40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FF012F-3DE5-4A9C-812E-8A98F855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ADE02-F820-488C-86B9-41A6AE1EDBA3}" type="datetimeFigureOut">
              <a:rPr lang="es-ES" smtClean="0"/>
              <a:t>12/06/2020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23C66D-241D-4741-9658-3A535A547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DA851A-E1E5-4702-96CB-474405BE1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F617-5B67-40A5-A388-03C17E04B23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7313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2542A-6559-4A76-B4D8-B453DDFC3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5BAB4C-EB13-48BE-8FD5-BCF371614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8425C4-BC2F-4914-AFC3-D9A31E3DF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ADE02-F820-488C-86B9-41A6AE1EDBA3}" type="datetimeFigureOut">
              <a:rPr lang="es-ES" smtClean="0"/>
              <a:t>12/06/2020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32B64D-B1D0-4F94-A152-23A4BFB5D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08EC6C-05AF-4E5A-8ED1-F2667EAD3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F617-5B67-40A5-A388-03C17E04B23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4186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EA3F7-E10D-4C16-A4A1-F06D58BC8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219DD6-8617-43C2-A2FF-27C39C76C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64B155-CF06-4645-9E6B-CA833EEAD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ADE02-F820-488C-86B9-41A6AE1EDBA3}" type="datetimeFigureOut">
              <a:rPr lang="es-ES" smtClean="0"/>
              <a:t>12/06/2020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91C0CE-2568-414E-9A62-31EBB6CA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660601-B75A-4894-97B8-24F508E9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F617-5B67-40A5-A388-03C17E04B23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64027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B92AF-2418-4A1D-8E83-1C49EE41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46759B-945B-45CA-B98E-98DAAF5962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C994A3-6980-4246-B9CA-A98989184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42ADF2-A63B-4C64-A173-B9DBCFFF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ADE02-F820-488C-86B9-41A6AE1EDBA3}" type="datetimeFigureOut">
              <a:rPr lang="es-ES" smtClean="0"/>
              <a:t>12/06/2020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2324A5-5FA8-4DBF-9517-E85CC346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A84120-D275-49B1-8256-83C63BBF2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F617-5B67-40A5-A388-03C17E04B23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6919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97FA6F-D7B3-4D8E-9125-E171440A0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45D858-FAF8-4576-A617-80657ACB4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2AE2CE-0FBF-459D-B262-5A84009EA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B87B6AB-E0E3-4360-A740-7F3C1AC3D6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157B520-BA3C-48BE-8323-EC16F0DE8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F9A671-9321-49DD-9023-EA9FFFB85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ADE02-F820-488C-86B9-41A6AE1EDBA3}" type="datetimeFigureOut">
              <a:rPr lang="es-ES" smtClean="0"/>
              <a:t>12/06/2020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4B5455E-8F84-495E-9333-4BE9C6B1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AA1B625-3F1E-4E6D-A68F-D589AA0D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F617-5B67-40A5-A388-03C17E04B23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2297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83312-537D-46A8-89F7-374A1F94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467B2B-304B-412B-920A-54A98A086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ADE02-F820-488C-86B9-41A6AE1EDBA3}" type="datetimeFigureOut">
              <a:rPr lang="es-ES" smtClean="0"/>
              <a:t>12/06/2020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6ECD9E-C535-4BBD-BAE9-96723BD8A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DA23DB-B9F6-4BE6-988D-1715F341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F617-5B67-40A5-A388-03C17E04B23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56691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D24030-E3FF-4FE9-9B92-07B290A4D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ADE02-F820-488C-86B9-41A6AE1EDBA3}" type="datetimeFigureOut">
              <a:rPr lang="es-ES" smtClean="0"/>
              <a:t>12/06/2020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E0E47A1-27CF-4672-B4A1-52D92E2E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BF725A-17FB-47F6-A164-E7C07900E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F617-5B67-40A5-A388-03C17E04B23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0262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B3BD3-5B3B-4640-A0BA-6963350D7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4CCFB4-DBAD-4906-B98B-08F03AD04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0BFFCE-B3FE-4654-874E-1E16B87F4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121680-3446-4AB7-9667-C8FDB1096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ADE02-F820-488C-86B9-41A6AE1EDBA3}" type="datetimeFigureOut">
              <a:rPr lang="es-ES" smtClean="0"/>
              <a:t>12/06/2020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50F7F9-F24F-48E8-82C5-2E09B6001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19DBA1-0C13-418F-A3E6-C2A89A30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F617-5B67-40A5-A388-03C17E04B23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0545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C0815-6904-4584-8E66-793C9FC67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BC0F6D8-7F97-4634-A7A4-82C05CD20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95DD29-3AA9-45B6-A7F5-B77A97762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6E9586-C5B3-426F-83F6-ABA034454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ADE02-F820-488C-86B9-41A6AE1EDBA3}" type="datetimeFigureOut">
              <a:rPr lang="es-ES" smtClean="0"/>
              <a:t>12/06/2020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22F9D8-D579-4F5F-86D5-7472449C2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E1B62A-FC46-4A41-A9A9-6D870AE5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F617-5B67-40A5-A388-03C17E04B23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5405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B67AF-8864-48AD-A8AD-2E37794C5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AC726C-8DC9-4700-AEFC-2A6F72E78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7812D7-C227-4520-A2D8-BF02CFDA3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ADE02-F820-488C-86B9-41A6AE1EDBA3}" type="datetimeFigureOut">
              <a:rPr lang="es-ES" smtClean="0"/>
              <a:t>12/06/2020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659A31-DA61-4B15-88FB-7708E4E53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FA5916-1F58-4162-B5F5-70C496459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F617-5B67-40A5-A388-03C17E04B23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5751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B18B69-CA0B-4D18-8B16-2993C68DC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3C9F76-4648-4D43-A503-C61A41169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D323A5-582D-4CED-B83C-AF0A5CD8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ADE02-F820-488C-86B9-41A6AE1EDBA3}" type="datetimeFigureOut">
              <a:rPr lang="es-ES" smtClean="0"/>
              <a:t>12/06/2020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D33167-C539-4F26-ABB8-A8E2A3BB1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067DCC-AE2D-4C6F-B20E-A9174E146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F617-5B67-40A5-A388-03C17E04B23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84060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66AC38-5476-481B-B70F-25D15073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5B2C3C-4FEA-403F-BA87-3C88E0FF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A0D84F-D58A-475E-8286-EC4E308C41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ADE02-F820-488C-86B9-41A6AE1EDBA3}" type="datetimeFigureOut">
              <a:rPr lang="es-ES" smtClean="0"/>
              <a:t>12/06/2020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781C38-5386-4251-B14F-BEFFBD3C9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38A1AC-5201-45D5-8FA7-D771C2722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5F617-5B67-40A5-A388-03C17E04B23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55347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2.svg"/><Relationship Id="rId1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1.png"/><Relationship Id="rId17" Type="http://schemas.openxmlformats.org/officeDocument/2006/relationships/slide" Target="slide7.xml"/><Relationship Id="rId2" Type="http://schemas.openxmlformats.org/officeDocument/2006/relationships/image" Target="../media/image1.jpg"/><Relationship Id="rId16" Type="http://schemas.openxmlformats.org/officeDocument/2006/relationships/image" Target="../media/image14.svg"/><Relationship Id="rId20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slide" Target="slide4.xml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openxmlformats.org/officeDocument/2006/relationships/image" Target="../media/image10.svg"/><Relationship Id="rId19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2.svg"/><Relationship Id="rId1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1.png"/><Relationship Id="rId17" Type="http://schemas.openxmlformats.org/officeDocument/2006/relationships/slide" Target="slide7.xml"/><Relationship Id="rId2" Type="http://schemas.openxmlformats.org/officeDocument/2006/relationships/image" Target="../media/image1.jpg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slide" Target="slide4.xml"/><Relationship Id="rId5" Type="http://schemas.openxmlformats.org/officeDocument/2006/relationships/image" Target="../media/image5.png"/><Relationship Id="rId15" Type="http://schemas.openxmlformats.org/officeDocument/2006/relationships/image" Target="../media/image13.png"/><Relationship Id="rId10" Type="http://schemas.openxmlformats.org/officeDocument/2006/relationships/image" Target="../media/image10.svg"/><Relationship Id="rId19" Type="http://schemas.openxmlformats.org/officeDocument/2006/relationships/slide" Target="slide6.xml"/><Relationship Id="rId4" Type="http://schemas.openxmlformats.org/officeDocument/2006/relationships/image" Target="../media/image15.png"/><Relationship Id="rId9" Type="http://schemas.openxmlformats.org/officeDocument/2006/relationships/image" Target="../media/image9.png"/><Relationship Id="rId1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2.svg"/><Relationship Id="rId1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1.png"/><Relationship Id="rId17" Type="http://schemas.openxmlformats.org/officeDocument/2006/relationships/slide" Target="slide7.xml"/><Relationship Id="rId2" Type="http://schemas.openxmlformats.org/officeDocument/2006/relationships/image" Target="../media/image1.jpg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slide" Target="slide4.xml"/><Relationship Id="rId5" Type="http://schemas.openxmlformats.org/officeDocument/2006/relationships/image" Target="../media/image5.png"/><Relationship Id="rId15" Type="http://schemas.openxmlformats.org/officeDocument/2006/relationships/image" Target="../media/image13.png"/><Relationship Id="rId10" Type="http://schemas.openxmlformats.org/officeDocument/2006/relationships/image" Target="../media/image10.svg"/><Relationship Id="rId19" Type="http://schemas.openxmlformats.org/officeDocument/2006/relationships/slide" Target="slide6.xml"/><Relationship Id="rId4" Type="http://schemas.openxmlformats.org/officeDocument/2006/relationships/image" Target="../media/image15.png"/><Relationship Id="rId9" Type="http://schemas.openxmlformats.org/officeDocument/2006/relationships/image" Target="../media/image9.png"/><Relationship Id="rId1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2.svg"/><Relationship Id="rId1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1.png"/><Relationship Id="rId17" Type="http://schemas.openxmlformats.org/officeDocument/2006/relationships/slide" Target="slide7.xml"/><Relationship Id="rId2" Type="http://schemas.openxmlformats.org/officeDocument/2006/relationships/image" Target="../media/image1.jpg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slide" Target="slide4.xml"/><Relationship Id="rId5" Type="http://schemas.openxmlformats.org/officeDocument/2006/relationships/image" Target="../media/image5.png"/><Relationship Id="rId15" Type="http://schemas.openxmlformats.org/officeDocument/2006/relationships/image" Target="../media/image13.png"/><Relationship Id="rId10" Type="http://schemas.openxmlformats.org/officeDocument/2006/relationships/image" Target="../media/image10.svg"/><Relationship Id="rId19" Type="http://schemas.openxmlformats.org/officeDocument/2006/relationships/slide" Target="slide6.xml"/><Relationship Id="rId4" Type="http://schemas.openxmlformats.org/officeDocument/2006/relationships/image" Target="../media/image15.png"/><Relationship Id="rId9" Type="http://schemas.openxmlformats.org/officeDocument/2006/relationships/image" Target="../media/image9.png"/><Relationship Id="rId14" Type="http://schemas.openxmlformats.org/officeDocument/2006/relationships/slide" Target="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12.svg"/><Relationship Id="rId18" Type="http://schemas.openxmlformats.org/officeDocument/2006/relationships/image" Target="../media/image2.png"/><Relationship Id="rId3" Type="http://schemas.openxmlformats.org/officeDocument/2006/relationships/image" Target="../media/image4.png"/><Relationship Id="rId21" Type="http://schemas.openxmlformats.org/officeDocument/2006/relationships/slide" Target="slide6.xml"/><Relationship Id="rId7" Type="http://schemas.openxmlformats.org/officeDocument/2006/relationships/image" Target="../media/image8.svg"/><Relationship Id="rId12" Type="http://schemas.openxmlformats.org/officeDocument/2006/relationships/image" Target="../media/image11.png"/><Relationship Id="rId17" Type="http://schemas.openxmlformats.org/officeDocument/2006/relationships/slide" Target="slide7.xml"/><Relationship Id="rId2" Type="http://schemas.openxmlformats.org/officeDocument/2006/relationships/image" Target="../media/image1.jpg"/><Relationship Id="rId16" Type="http://schemas.openxmlformats.org/officeDocument/2006/relationships/image" Target="../media/image14.sv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slide" Target="slide4.xml"/><Relationship Id="rId5" Type="http://schemas.openxmlformats.org/officeDocument/2006/relationships/image" Target="../media/image5.png"/><Relationship Id="rId15" Type="http://schemas.openxmlformats.org/officeDocument/2006/relationships/image" Target="../media/image13.png"/><Relationship Id="rId10" Type="http://schemas.openxmlformats.org/officeDocument/2006/relationships/image" Target="../media/image10.svg"/><Relationship Id="rId19" Type="http://schemas.openxmlformats.org/officeDocument/2006/relationships/slide" Target="slide1.xml"/><Relationship Id="rId4" Type="http://schemas.openxmlformats.org/officeDocument/2006/relationships/image" Target="../media/image15.png"/><Relationship Id="rId9" Type="http://schemas.openxmlformats.org/officeDocument/2006/relationships/image" Target="../media/image9.png"/><Relationship Id="rId1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7.png"/><Relationship Id="rId18" Type="http://schemas.openxmlformats.org/officeDocument/2006/relationships/slide" Target="slide6.xml"/><Relationship Id="rId3" Type="http://schemas.openxmlformats.org/officeDocument/2006/relationships/image" Target="../media/image4.png"/><Relationship Id="rId21" Type="http://schemas.openxmlformats.org/officeDocument/2006/relationships/slide" Target="slide7.xml"/><Relationship Id="rId7" Type="http://schemas.openxmlformats.org/officeDocument/2006/relationships/image" Target="../media/image9.png"/><Relationship Id="rId12" Type="http://schemas.openxmlformats.org/officeDocument/2006/relationships/slide" Target="slide5.xml"/><Relationship Id="rId17" Type="http://schemas.openxmlformats.org/officeDocument/2006/relationships/image" Target="../media/image16.png"/><Relationship Id="rId2" Type="http://schemas.openxmlformats.org/officeDocument/2006/relationships/image" Target="../media/image1.jpg"/><Relationship Id="rId16" Type="http://schemas.openxmlformats.org/officeDocument/2006/relationships/image" Target="../media/image5.png"/><Relationship Id="rId20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11" Type="http://schemas.openxmlformats.org/officeDocument/2006/relationships/image" Target="../media/image12.svg"/><Relationship Id="rId5" Type="http://schemas.openxmlformats.org/officeDocument/2006/relationships/image" Target="../media/image8.sv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19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slide" Target="slide4.xml"/><Relationship Id="rId14" Type="http://schemas.openxmlformats.org/officeDocument/2006/relationships/hyperlink" Target="mailto:Choque151.jlc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6EBD2DF-A3BF-490C-8E58-2A6C35E77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4FB2406-AE14-4B7F-88D5-6111390BC417}"/>
              </a:ext>
            </a:extLst>
          </p:cNvPr>
          <p:cNvSpPr/>
          <p:nvPr/>
        </p:nvSpPr>
        <p:spPr>
          <a:xfrm>
            <a:off x="3823850" y="767015"/>
            <a:ext cx="3837709" cy="59782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CC2BCEB-A2DF-4FCD-AFC4-083737C41570}"/>
              </a:ext>
            </a:extLst>
          </p:cNvPr>
          <p:cNvSpPr/>
          <p:nvPr/>
        </p:nvSpPr>
        <p:spPr>
          <a:xfrm>
            <a:off x="3823851" y="688628"/>
            <a:ext cx="3837709" cy="33250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2D3D7B7-F926-45F4-9105-D6277CDA8501}"/>
              </a:ext>
            </a:extLst>
          </p:cNvPr>
          <p:cNvSpPr/>
          <p:nvPr/>
        </p:nvSpPr>
        <p:spPr>
          <a:xfrm>
            <a:off x="3823850" y="6485795"/>
            <a:ext cx="3837709" cy="27016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Signo de multiplicación 3">
            <a:extLst>
              <a:ext uri="{FF2B5EF4-FFF2-40B4-BE49-F238E27FC236}">
                <a16:creationId xmlns:a16="http://schemas.microsoft.com/office/drawing/2014/main" id="{B0465537-45E3-41AF-9B96-38814604D40C}"/>
              </a:ext>
            </a:extLst>
          </p:cNvPr>
          <p:cNvSpPr/>
          <p:nvPr/>
        </p:nvSpPr>
        <p:spPr>
          <a:xfrm>
            <a:off x="7329053" y="699658"/>
            <a:ext cx="235526" cy="27016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Signo menos 4">
            <a:extLst>
              <a:ext uri="{FF2B5EF4-FFF2-40B4-BE49-F238E27FC236}">
                <a16:creationId xmlns:a16="http://schemas.microsoft.com/office/drawing/2014/main" id="{71D9F53B-FB67-4AB7-BAB7-6759F1EC6F65}"/>
              </a:ext>
            </a:extLst>
          </p:cNvPr>
          <p:cNvSpPr/>
          <p:nvPr/>
        </p:nvSpPr>
        <p:spPr>
          <a:xfrm>
            <a:off x="7107380" y="730832"/>
            <a:ext cx="207818" cy="270163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EB18B52-5846-420A-82D1-AFB71CD8ACC7}"/>
              </a:ext>
            </a:extLst>
          </p:cNvPr>
          <p:cNvSpPr txBox="1"/>
          <p:nvPr/>
        </p:nvSpPr>
        <p:spPr>
          <a:xfrm>
            <a:off x="4617028" y="2991602"/>
            <a:ext cx="2175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Nombre del Usuario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816C06C-9535-4DF0-BC89-1BD7F547B896}"/>
              </a:ext>
            </a:extLst>
          </p:cNvPr>
          <p:cNvSpPr txBox="1"/>
          <p:nvPr/>
        </p:nvSpPr>
        <p:spPr>
          <a:xfrm>
            <a:off x="4693228" y="3347079"/>
            <a:ext cx="202276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Joshet69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DFAD423-43EF-419B-885D-1E7BA55126D1}"/>
              </a:ext>
            </a:extLst>
          </p:cNvPr>
          <p:cNvSpPr txBox="1"/>
          <p:nvPr/>
        </p:nvSpPr>
        <p:spPr>
          <a:xfrm>
            <a:off x="4617028" y="3837277"/>
            <a:ext cx="2175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Contraseña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18C4301-2A72-48EB-962A-78D8FD8246DE}"/>
              </a:ext>
            </a:extLst>
          </p:cNvPr>
          <p:cNvSpPr txBox="1"/>
          <p:nvPr/>
        </p:nvSpPr>
        <p:spPr>
          <a:xfrm>
            <a:off x="4693228" y="4192754"/>
            <a:ext cx="202276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……………..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954A3CD6-2DED-4517-B3F7-3C1FAB5992A9}"/>
              </a:ext>
            </a:extLst>
          </p:cNvPr>
          <p:cNvSpPr/>
          <p:nvPr/>
        </p:nvSpPr>
        <p:spPr>
          <a:xfrm>
            <a:off x="5115792" y="4989142"/>
            <a:ext cx="1177636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Iniciar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1" name="Vista general de diapositiva 20">
                <a:extLst>
                  <a:ext uri="{FF2B5EF4-FFF2-40B4-BE49-F238E27FC236}">
                    <a16:creationId xmlns:a16="http://schemas.microsoft.com/office/drawing/2014/main" id="{5686A10E-D073-491D-8B30-E180CFE4DAF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99589486"/>
                  </p:ext>
                </p:extLst>
              </p:nvPr>
            </p:nvGraphicFramePr>
            <p:xfrm>
              <a:off x="4985960" y="4714829"/>
              <a:ext cx="1437300" cy="845675"/>
            </p:xfrm>
            <a:graphic>
              <a:graphicData uri="http://schemas.microsoft.com/office/powerpoint/2016/slidezoom">
                <pslz:sldZm>
                  <pslz:sldZmObj sldId="256" cId="321165980">
                    <pslz:zmPr id="{92FEF3E8-5716-4B31-8FC8-B6E5E159E159}" returnToParent="0" imageType="cover" transitionDur="1000">
                      <p166:blipFill xmlns:p166="http://schemas.microsoft.com/office/powerpoint/2016/6/main"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37300" cy="8456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1" name="Vista general de diapositiva 20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5686A10E-D073-491D-8B30-E180CFE4DAF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85960" y="4714829"/>
                <a:ext cx="1437300" cy="845675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7FB3D13-C4CB-44B6-B43D-1025CDFE7ED8}"/>
              </a:ext>
            </a:extLst>
          </p:cNvPr>
          <p:cNvSpPr txBox="1"/>
          <p:nvPr/>
        </p:nvSpPr>
        <p:spPr>
          <a:xfrm>
            <a:off x="4419600" y="6096000"/>
            <a:ext cx="2909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Te olvidaste tu contraseña?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A0423603-2628-4840-969F-90B915A31D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028" y="918526"/>
            <a:ext cx="209550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61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6EBD2DF-A3BF-490C-8E58-2A6C35E77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4FB2406-AE14-4B7F-88D5-6111390BC417}"/>
              </a:ext>
            </a:extLst>
          </p:cNvPr>
          <p:cNvSpPr/>
          <p:nvPr/>
        </p:nvSpPr>
        <p:spPr>
          <a:xfrm>
            <a:off x="1760559" y="953993"/>
            <a:ext cx="8742218" cy="521128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FE6D06D-2020-41C8-8702-A2F687E2EF93}"/>
              </a:ext>
            </a:extLst>
          </p:cNvPr>
          <p:cNvSpPr/>
          <p:nvPr/>
        </p:nvSpPr>
        <p:spPr>
          <a:xfrm>
            <a:off x="1745673" y="955965"/>
            <a:ext cx="8742218" cy="41563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D4D6EA8-DF08-4F20-A165-D913DB3BC9F1}"/>
              </a:ext>
            </a:extLst>
          </p:cNvPr>
          <p:cNvSpPr/>
          <p:nvPr/>
        </p:nvSpPr>
        <p:spPr>
          <a:xfrm>
            <a:off x="1745673" y="1371600"/>
            <a:ext cx="2216727" cy="9559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A767714-E852-4A48-88FA-9C623848A5B2}"/>
              </a:ext>
            </a:extLst>
          </p:cNvPr>
          <p:cNvSpPr/>
          <p:nvPr/>
        </p:nvSpPr>
        <p:spPr>
          <a:xfrm>
            <a:off x="1745673" y="2327565"/>
            <a:ext cx="2216727" cy="3837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Signo de multiplicación 13">
            <a:extLst>
              <a:ext uri="{FF2B5EF4-FFF2-40B4-BE49-F238E27FC236}">
                <a16:creationId xmlns:a16="http://schemas.microsoft.com/office/drawing/2014/main" id="{12ED9F0F-FDF3-4C5A-A45F-406013314147}"/>
              </a:ext>
            </a:extLst>
          </p:cNvPr>
          <p:cNvSpPr/>
          <p:nvPr/>
        </p:nvSpPr>
        <p:spPr>
          <a:xfrm>
            <a:off x="10169236" y="1032165"/>
            <a:ext cx="277091" cy="2632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Signo menos 14">
            <a:extLst>
              <a:ext uri="{FF2B5EF4-FFF2-40B4-BE49-F238E27FC236}">
                <a16:creationId xmlns:a16="http://schemas.microsoft.com/office/drawing/2014/main" id="{6405618B-0F8D-41EA-B507-9A6D7B21A2E6}"/>
              </a:ext>
            </a:extLst>
          </p:cNvPr>
          <p:cNvSpPr/>
          <p:nvPr/>
        </p:nvSpPr>
        <p:spPr>
          <a:xfrm>
            <a:off x="9601200" y="1125682"/>
            <a:ext cx="263236" cy="187034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Marco 15">
            <a:extLst>
              <a:ext uri="{FF2B5EF4-FFF2-40B4-BE49-F238E27FC236}">
                <a16:creationId xmlns:a16="http://schemas.microsoft.com/office/drawing/2014/main" id="{244A4D8F-BA3B-4C39-AD92-8EF74E4A919E}"/>
              </a:ext>
            </a:extLst>
          </p:cNvPr>
          <p:cNvSpPr/>
          <p:nvPr/>
        </p:nvSpPr>
        <p:spPr>
          <a:xfrm>
            <a:off x="9905999" y="1070264"/>
            <a:ext cx="263237" cy="18703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1458E6D-E65C-45A2-A8D8-3381133BA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655" y="1454727"/>
            <a:ext cx="665016" cy="66501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3325C138-8723-4C51-92DE-B4BDD8EC0B42}"/>
              </a:ext>
            </a:extLst>
          </p:cNvPr>
          <p:cNvSpPr txBox="1"/>
          <p:nvPr/>
        </p:nvSpPr>
        <p:spPr>
          <a:xfrm>
            <a:off x="2424547" y="1371599"/>
            <a:ext cx="153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Adobe Gurmukhi" panose="01010101010101010101" pitchFamily="50" charset="0"/>
                <a:cs typeface="Adobe Gurmukhi" panose="01010101010101010101" pitchFamily="50" charset="0"/>
              </a:rPr>
              <a:t>Administrador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D89D1B9-9335-490E-B5AF-A172E0DCE0C8}"/>
              </a:ext>
            </a:extLst>
          </p:cNvPr>
          <p:cNvSpPr txBox="1"/>
          <p:nvPr/>
        </p:nvSpPr>
        <p:spPr>
          <a:xfrm>
            <a:off x="2466109" y="1616284"/>
            <a:ext cx="153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José Luis,villca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852A7A10-03D4-4FC5-A9CC-80273C1B9E88}"/>
              </a:ext>
            </a:extLst>
          </p:cNvPr>
          <p:cNvSpPr/>
          <p:nvPr/>
        </p:nvSpPr>
        <p:spPr>
          <a:xfrm>
            <a:off x="1745673" y="2336718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9446D182-B9E8-4189-9B80-3B1A81761772}"/>
              </a:ext>
            </a:extLst>
          </p:cNvPr>
          <p:cNvSpPr/>
          <p:nvPr/>
        </p:nvSpPr>
        <p:spPr>
          <a:xfrm>
            <a:off x="1745673" y="2959892"/>
            <a:ext cx="2216727" cy="614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DC2665D3-BFCE-431E-8FBA-D4DCB1100733}"/>
              </a:ext>
            </a:extLst>
          </p:cNvPr>
          <p:cNvSpPr/>
          <p:nvPr/>
        </p:nvSpPr>
        <p:spPr>
          <a:xfrm>
            <a:off x="1745672" y="3599691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78A7A7EE-CCDC-4E01-9221-BB9F10698B6A}"/>
              </a:ext>
            </a:extLst>
          </p:cNvPr>
          <p:cNvSpPr/>
          <p:nvPr/>
        </p:nvSpPr>
        <p:spPr>
          <a:xfrm>
            <a:off x="1745672" y="4204854"/>
            <a:ext cx="2216727" cy="614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B3B3105-AF3D-43AE-B559-19A2E65957BF}"/>
              </a:ext>
            </a:extLst>
          </p:cNvPr>
          <p:cNvSpPr txBox="1"/>
          <p:nvPr/>
        </p:nvSpPr>
        <p:spPr>
          <a:xfrm>
            <a:off x="2424547" y="2461734"/>
            <a:ext cx="123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Paciente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EA3EF85-C0F8-41F5-9FC7-B82AE824A233}"/>
              </a:ext>
            </a:extLst>
          </p:cNvPr>
          <p:cNvSpPr txBox="1"/>
          <p:nvPr/>
        </p:nvSpPr>
        <p:spPr>
          <a:xfrm>
            <a:off x="2507671" y="2985658"/>
            <a:ext cx="1690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Historial </a:t>
            </a:r>
            <a:r>
              <a:rPr lang="es-ES" dirty="0" err="1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Clinica</a:t>
            </a:r>
            <a:endParaRPr lang="es-ES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7895ADF-E112-4C6A-B234-8E8BF6F48767}"/>
              </a:ext>
            </a:extLst>
          </p:cNvPr>
          <p:cNvSpPr txBox="1"/>
          <p:nvPr/>
        </p:nvSpPr>
        <p:spPr>
          <a:xfrm>
            <a:off x="2477895" y="3710603"/>
            <a:ext cx="141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Calendario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03D61559-35A8-4E3B-8057-4AF0E2857E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998" y="4228442"/>
            <a:ext cx="557319" cy="557319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91674B61-E37C-4D39-BE15-51C86A63DFFF}"/>
              </a:ext>
            </a:extLst>
          </p:cNvPr>
          <p:cNvSpPr txBox="1"/>
          <p:nvPr/>
        </p:nvSpPr>
        <p:spPr>
          <a:xfrm>
            <a:off x="2556164" y="4327196"/>
            <a:ext cx="96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Grafico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2D43E1F-47B8-4307-9826-A87DCB79D1AA}"/>
              </a:ext>
            </a:extLst>
          </p:cNvPr>
          <p:cNvSpPr txBox="1"/>
          <p:nvPr/>
        </p:nvSpPr>
        <p:spPr>
          <a:xfrm>
            <a:off x="2395095" y="5649687"/>
            <a:ext cx="158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Cerra Sesión</a:t>
            </a:r>
          </a:p>
        </p:txBody>
      </p:sp>
      <p:pic>
        <p:nvPicPr>
          <p:cNvPr id="52" name="Imagen 51">
            <a:extLst>
              <a:ext uri="{FF2B5EF4-FFF2-40B4-BE49-F238E27FC236}">
                <a16:creationId xmlns:a16="http://schemas.microsoft.com/office/drawing/2014/main" id="{5ADB2A12-0629-4F76-B1ED-7304087D2D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401" y="1784776"/>
            <a:ext cx="3811902" cy="3811902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0" name="Vista general de diapositiva 59">
                <a:extLst>
                  <a:ext uri="{FF2B5EF4-FFF2-40B4-BE49-F238E27FC236}">
                    <a16:creationId xmlns:a16="http://schemas.microsoft.com/office/drawing/2014/main" id="{9FD9FF0E-5A53-41AF-ADA1-131C459B788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04162903"/>
                  </p:ext>
                </p:extLst>
              </p:nvPr>
            </p:nvGraphicFramePr>
            <p:xfrm>
              <a:off x="1814998" y="3578535"/>
              <a:ext cx="621339" cy="621339"/>
            </p:xfrm>
            <a:graphic>
              <a:graphicData uri="http://schemas.microsoft.com/office/powerpoint/2016/slidezoom">
                <pslz:sldZm>
                  <pslz:sldZmObj sldId="258" cId="2433708193">
                    <pslz:zmPr id="{FE55E4D1-068E-41B6-9D4A-AC8616455C1E}" returnToParent="0" imageType="cover" transitionDur="1000">
                      <p166:blipFill xmlns:p166="http://schemas.microsoft.com/office/powerpoint/2016/6/main"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7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21339" cy="621339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0" name="Vista general de diapositiva 59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9FD9FF0E-5A53-41AF-ADA1-131C459B78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814998" y="3578535"/>
                <a:ext cx="621339" cy="621339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2" name="Vista general de diapositiva 61">
                <a:extLst>
                  <a:ext uri="{FF2B5EF4-FFF2-40B4-BE49-F238E27FC236}">
                    <a16:creationId xmlns:a16="http://schemas.microsoft.com/office/drawing/2014/main" id="{DD70DB1B-B9C5-49E8-A5EF-DB9B3F43AE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31252406"/>
                  </p:ext>
                </p:extLst>
              </p:nvPr>
            </p:nvGraphicFramePr>
            <p:xfrm>
              <a:off x="1803207" y="2980234"/>
              <a:ext cx="621339" cy="621339"/>
            </p:xfrm>
            <a:graphic>
              <a:graphicData uri="http://schemas.microsoft.com/office/powerpoint/2016/slidezoom">
                <pslz:sldZm>
                  <pslz:sldZmObj sldId="259" cId="1056543062">
                    <pslz:zmPr id="{FF5FD424-4F4F-40FE-B088-B261D48D981A}" returnToParent="0" imageType="cover" transitionDur="1000">
                      <p166:blipFill xmlns:p166="http://schemas.microsoft.com/office/powerpoint/2016/6/main"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21339" cy="621339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2" name="Vista general de diapositiva 61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DD70DB1B-B9C5-49E8-A5EF-DB9B3F43AE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803207" y="2980234"/>
                <a:ext cx="621339" cy="621339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4" name="Vista general de diapositiva 63">
                <a:extLst>
                  <a:ext uri="{FF2B5EF4-FFF2-40B4-BE49-F238E27FC236}">
                    <a16:creationId xmlns:a16="http://schemas.microsoft.com/office/drawing/2014/main" id="{5DF5CDD2-6489-46DD-AFBA-9C476FC334E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89653794"/>
                  </p:ext>
                </p:extLst>
              </p:nvPr>
            </p:nvGraphicFramePr>
            <p:xfrm>
              <a:off x="1837974" y="2349248"/>
              <a:ext cx="587096" cy="587096"/>
            </p:xfrm>
            <a:graphic>
              <a:graphicData uri="http://schemas.microsoft.com/office/powerpoint/2016/slidezoom">
                <pslz:sldZm>
                  <pslz:sldZmObj sldId="260" cId="3243752400">
                    <pslz:zmPr id="{4DE819FF-1222-4B74-9DFB-0B9A644168AD}" returnToParent="0" imageType="cover" transitionDur="1000">
                      <p166:blipFill xmlns:p166="http://schemas.microsoft.com/office/powerpoint/2016/6/main"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3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87096" cy="587096"/>
                        </a:xfrm>
                        <a:prstGeom prst="rect">
                          <a:avLst/>
                        </a:prstGeom>
                        <a:noFill/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4" name="Vista general de diapositiva 63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5DF5CDD2-6489-46DD-AFBA-9C476FC334E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837974" y="2349248"/>
                <a:ext cx="587096" cy="587096"/>
              </a:xfrm>
              <a:prstGeom prst="rect">
                <a:avLst/>
              </a:prstGeom>
              <a:noFill/>
              <a:ln w="3175">
                <a:noFill/>
              </a:ln>
            </p:spPr>
          </p:pic>
        </mc:Fallback>
      </mc:AlternateContent>
      <p:sp>
        <p:nvSpPr>
          <p:cNvPr id="65" name="CuadroTexto 64">
            <a:extLst>
              <a:ext uri="{FF2B5EF4-FFF2-40B4-BE49-F238E27FC236}">
                <a16:creationId xmlns:a16="http://schemas.microsoft.com/office/drawing/2014/main" id="{449C0726-8177-4464-A730-13C3FCE12733}"/>
              </a:ext>
            </a:extLst>
          </p:cNvPr>
          <p:cNvSpPr txBox="1"/>
          <p:nvPr/>
        </p:nvSpPr>
        <p:spPr>
          <a:xfrm>
            <a:off x="3041073" y="1951069"/>
            <a:ext cx="1427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+mj-lt"/>
              </a:rPr>
              <a:t>Editar perfil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7" name="Vista general de diapositiva 66">
                <a:extLst>
                  <a:ext uri="{FF2B5EF4-FFF2-40B4-BE49-F238E27FC236}">
                    <a16:creationId xmlns:a16="http://schemas.microsoft.com/office/drawing/2014/main" id="{66752840-28AC-4DAD-9B07-47D1D7F89D3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49341044"/>
                  </p:ext>
                </p:extLst>
              </p:nvPr>
            </p:nvGraphicFramePr>
            <p:xfrm>
              <a:off x="2580846" y="1888224"/>
              <a:ext cx="430183" cy="430183"/>
            </p:xfrm>
            <a:graphic>
              <a:graphicData uri="http://schemas.microsoft.com/office/powerpoint/2016/slidezoom">
                <pslz:sldZm>
                  <pslz:sldZmObj sldId="261" cId="1028045781">
                    <pslz:zmPr id="{EED05274-C498-43B9-BF74-C98CE44DE9FE}" returnToParent="0" imageType="cover" transitionDur="1000">
                      <p166:blipFill xmlns:p166="http://schemas.microsoft.com/office/powerpoint/2016/6/main"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6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30183" cy="430183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7" name="Vista general de diapositiva 66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66752840-28AC-4DAD-9B07-47D1D7F89D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2580846" y="1888224"/>
                <a:ext cx="430183" cy="430183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4B4E88A1-AC44-4927-94F6-BF063CE12434}"/>
              </a:ext>
            </a:extLst>
          </p:cNvPr>
          <p:cNvSpPr/>
          <p:nvPr/>
        </p:nvSpPr>
        <p:spPr>
          <a:xfrm>
            <a:off x="1758816" y="4830294"/>
            <a:ext cx="2216727" cy="755013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42304239-80FC-49F8-BE80-584FBA84756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172" y="4885560"/>
            <a:ext cx="613407" cy="613407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FF6F9E52-DA7C-45BB-9C56-17A49D6ECC63}"/>
              </a:ext>
            </a:extLst>
          </p:cNvPr>
          <p:cNvSpPr txBox="1"/>
          <p:nvPr/>
        </p:nvSpPr>
        <p:spPr>
          <a:xfrm>
            <a:off x="2358314" y="5059157"/>
            <a:ext cx="158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Configuración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1" name="Vista general de diapositiva 70">
                <a:extLst>
                  <a:ext uri="{FF2B5EF4-FFF2-40B4-BE49-F238E27FC236}">
                    <a16:creationId xmlns:a16="http://schemas.microsoft.com/office/drawing/2014/main" id="{0BC910FE-2670-4C03-93F5-AB1EE6242C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113788"/>
                  </p:ext>
                </p:extLst>
              </p:nvPr>
            </p:nvGraphicFramePr>
            <p:xfrm>
              <a:off x="1937975" y="5611222"/>
              <a:ext cx="528134" cy="528134"/>
            </p:xfrm>
            <a:graphic>
              <a:graphicData uri="http://schemas.microsoft.com/office/powerpoint/2016/slidezoom">
                <pslz:sldZm>
                  <pslz:sldZmObj sldId="262" cId="1968783752">
                    <pslz:zmPr id="{0A3534BB-3DA9-414F-9E9A-D267A268F3B1}" returnToParent="0" imageType="cover" transitionDur="1000">
                      <p166:blipFill xmlns:p166="http://schemas.microsoft.com/office/powerpoint/2016/6/main"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28134" cy="528134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1" name="Vista general de diapositiva 70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0BC910FE-2670-4C03-93F5-AB1EE6242C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37975" y="5611222"/>
                <a:ext cx="528134" cy="528134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65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6EBD2DF-A3BF-490C-8E58-2A6C35E77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4FB2406-AE14-4B7F-88D5-6111390BC417}"/>
              </a:ext>
            </a:extLst>
          </p:cNvPr>
          <p:cNvSpPr/>
          <p:nvPr/>
        </p:nvSpPr>
        <p:spPr>
          <a:xfrm>
            <a:off x="1760559" y="953993"/>
            <a:ext cx="8742218" cy="521128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FE6D06D-2020-41C8-8702-A2F687E2EF93}"/>
              </a:ext>
            </a:extLst>
          </p:cNvPr>
          <p:cNvSpPr/>
          <p:nvPr/>
        </p:nvSpPr>
        <p:spPr>
          <a:xfrm>
            <a:off x="1745673" y="955965"/>
            <a:ext cx="8742218" cy="41563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D4D6EA8-DF08-4F20-A165-D913DB3BC9F1}"/>
              </a:ext>
            </a:extLst>
          </p:cNvPr>
          <p:cNvSpPr/>
          <p:nvPr/>
        </p:nvSpPr>
        <p:spPr>
          <a:xfrm>
            <a:off x="1745673" y="1371600"/>
            <a:ext cx="2216727" cy="9559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A767714-E852-4A48-88FA-9C623848A5B2}"/>
              </a:ext>
            </a:extLst>
          </p:cNvPr>
          <p:cNvSpPr/>
          <p:nvPr/>
        </p:nvSpPr>
        <p:spPr>
          <a:xfrm>
            <a:off x="1745673" y="2327565"/>
            <a:ext cx="2216727" cy="3837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Signo de multiplicación 13">
            <a:extLst>
              <a:ext uri="{FF2B5EF4-FFF2-40B4-BE49-F238E27FC236}">
                <a16:creationId xmlns:a16="http://schemas.microsoft.com/office/drawing/2014/main" id="{12ED9F0F-FDF3-4C5A-A45F-406013314147}"/>
              </a:ext>
            </a:extLst>
          </p:cNvPr>
          <p:cNvSpPr/>
          <p:nvPr/>
        </p:nvSpPr>
        <p:spPr>
          <a:xfrm>
            <a:off x="10169236" y="1032165"/>
            <a:ext cx="277091" cy="2632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Signo menos 14">
            <a:extLst>
              <a:ext uri="{FF2B5EF4-FFF2-40B4-BE49-F238E27FC236}">
                <a16:creationId xmlns:a16="http://schemas.microsoft.com/office/drawing/2014/main" id="{6405618B-0F8D-41EA-B507-9A6D7B21A2E6}"/>
              </a:ext>
            </a:extLst>
          </p:cNvPr>
          <p:cNvSpPr/>
          <p:nvPr/>
        </p:nvSpPr>
        <p:spPr>
          <a:xfrm>
            <a:off x="9601200" y="1125682"/>
            <a:ext cx="263236" cy="187034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Marco 15">
            <a:extLst>
              <a:ext uri="{FF2B5EF4-FFF2-40B4-BE49-F238E27FC236}">
                <a16:creationId xmlns:a16="http://schemas.microsoft.com/office/drawing/2014/main" id="{244A4D8F-BA3B-4C39-AD92-8EF74E4A919E}"/>
              </a:ext>
            </a:extLst>
          </p:cNvPr>
          <p:cNvSpPr/>
          <p:nvPr/>
        </p:nvSpPr>
        <p:spPr>
          <a:xfrm>
            <a:off x="9905999" y="1070264"/>
            <a:ext cx="263237" cy="18703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1458E6D-E65C-45A2-A8D8-3381133BA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655" y="1454727"/>
            <a:ext cx="665016" cy="66501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3325C138-8723-4C51-92DE-B4BDD8EC0B42}"/>
              </a:ext>
            </a:extLst>
          </p:cNvPr>
          <p:cNvSpPr txBox="1"/>
          <p:nvPr/>
        </p:nvSpPr>
        <p:spPr>
          <a:xfrm>
            <a:off x="2424547" y="1371599"/>
            <a:ext cx="153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Adobe Gurmukhi" panose="01010101010101010101" pitchFamily="50" charset="0"/>
                <a:cs typeface="Adobe Gurmukhi" panose="01010101010101010101" pitchFamily="50" charset="0"/>
              </a:rPr>
              <a:t>Administrador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D89D1B9-9335-490E-B5AF-A172E0DCE0C8}"/>
              </a:ext>
            </a:extLst>
          </p:cNvPr>
          <p:cNvSpPr txBox="1"/>
          <p:nvPr/>
        </p:nvSpPr>
        <p:spPr>
          <a:xfrm>
            <a:off x="2466109" y="1616284"/>
            <a:ext cx="153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José Luis,villca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852A7A10-03D4-4FC5-A9CC-80273C1B9E88}"/>
              </a:ext>
            </a:extLst>
          </p:cNvPr>
          <p:cNvSpPr/>
          <p:nvPr/>
        </p:nvSpPr>
        <p:spPr>
          <a:xfrm>
            <a:off x="1745673" y="2336718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9446D182-B9E8-4189-9B80-3B1A81761772}"/>
              </a:ext>
            </a:extLst>
          </p:cNvPr>
          <p:cNvSpPr/>
          <p:nvPr/>
        </p:nvSpPr>
        <p:spPr>
          <a:xfrm>
            <a:off x="1745673" y="2959892"/>
            <a:ext cx="2216727" cy="614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DC2665D3-BFCE-431E-8FBA-D4DCB1100733}"/>
              </a:ext>
            </a:extLst>
          </p:cNvPr>
          <p:cNvSpPr/>
          <p:nvPr/>
        </p:nvSpPr>
        <p:spPr>
          <a:xfrm>
            <a:off x="1745672" y="3599691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78A7A7EE-CCDC-4E01-9221-BB9F10698B6A}"/>
              </a:ext>
            </a:extLst>
          </p:cNvPr>
          <p:cNvSpPr/>
          <p:nvPr/>
        </p:nvSpPr>
        <p:spPr>
          <a:xfrm>
            <a:off x="1745672" y="4204854"/>
            <a:ext cx="2216727" cy="614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B3B3105-AF3D-43AE-B559-19A2E65957BF}"/>
              </a:ext>
            </a:extLst>
          </p:cNvPr>
          <p:cNvSpPr txBox="1"/>
          <p:nvPr/>
        </p:nvSpPr>
        <p:spPr>
          <a:xfrm>
            <a:off x="2424547" y="2461734"/>
            <a:ext cx="123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Paciente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EA3EF85-C0F8-41F5-9FC7-B82AE824A233}"/>
              </a:ext>
            </a:extLst>
          </p:cNvPr>
          <p:cNvSpPr txBox="1"/>
          <p:nvPr/>
        </p:nvSpPr>
        <p:spPr>
          <a:xfrm>
            <a:off x="2507671" y="2985658"/>
            <a:ext cx="1690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Historial </a:t>
            </a:r>
            <a:r>
              <a:rPr lang="es-ES" dirty="0" err="1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Clinico</a:t>
            </a:r>
            <a:endParaRPr lang="es-ES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7895ADF-E112-4C6A-B234-8E8BF6F48767}"/>
              </a:ext>
            </a:extLst>
          </p:cNvPr>
          <p:cNvSpPr txBox="1"/>
          <p:nvPr/>
        </p:nvSpPr>
        <p:spPr>
          <a:xfrm>
            <a:off x="2477895" y="3710603"/>
            <a:ext cx="141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Calendario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A35911C9-758A-42CA-8720-5464F92F012A}"/>
              </a:ext>
            </a:extLst>
          </p:cNvPr>
          <p:cNvSpPr/>
          <p:nvPr/>
        </p:nvSpPr>
        <p:spPr>
          <a:xfrm>
            <a:off x="1745671" y="4833689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2D43E1F-47B8-4307-9826-A87DCB79D1AA}"/>
              </a:ext>
            </a:extLst>
          </p:cNvPr>
          <p:cNvSpPr txBox="1"/>
          <p:nvPr/>
        </p:nvSpPr>
        <p:spPr>
          <a:xfrm>
            <a:off x="2395095" y="5649687"/>
            <a:ext cx="158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Cerra Sesión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557A91-6496-4D01-B568-797966547B2B}"/>
              </a:ext>
            </a:extLst>
          </p:cNvPr>
          <p:cNvSpPr/>
          <p:nvPr/>
        </p:nvSpPr>
        <p:spPr>
          <a:xfrm>
            <a:off x="4309797" y="1917826"/>
            <a:ext cx="4709512" cy="3807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02F99CE-3F58-4EC4-B9FD-48CCE1611054}"/>
              </a:ext>
            </a:extLst>
          </p:cNvPr>
          <p:cNvSpPr/>
          <p:nvPr/>
        </p:nvSpPr>
        <p:spPr>
          <a:xfrm>
            <a:off x="9158370" y="1906675"/>
            <a:ext cx="1205346" cy="54390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Añadir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E2091A9B-4EAF-4616-8AA6-2FB1CED53AAF}"/>
              </a:ext>
            </a:extLst>
          </p:cNvPr>
          <p:cNvSpPr/>
          <p:nvPr/>
        </p:nvSpPr>
        <p:spPr>
          <a:xfrm>
            <a:off x="9164780" y="2524992"/>
            <a:ext cx="1205346" cy="543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Editar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2763C9FC-CE76-441B-A0C3-3A1975DDA7F8}"/>
              </a:ext>
            </a:extLst>
          </p:cNvPr>
          <p:cNvSpPr/>
          <p:nvPr/>
        </p:nvSpPr>
        <p:spPr>
          <a:xfrm>
            <a:off x="9158370" y="3152840"/>
            <a:ext cx="1205346" cy="543908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Eliminar</a:t>
            </a:r>
          </a:p>
        </p:txBody>
      </p:sp>
      <p:sp>
        <p:nvSpPr>
          <p:cNvPr id="5" name="Signo de multiplicación 4">
            <a:extLst>
              <a:ext uri="{FF2B5EF4-FFF2-40B4-BE49-F238E27FC236}">
                <a16:creationId xmlns:a16="http://schemas.microsoft.com/office/drawing/2014/main" id="{A57E0DF4-1C7E-4C53-9340-915DD9C87510}"/>
              </a:ext>
            </a:extLst>
          </p:cNvPr>
          <p:cNvSpPr/>
          <p:nvPr/>
        </p:nvSpPr>
        <p:spPr>
          <a:xfrm>
            <a:off x="4350326" y="1553016"/>
            <a:ext cx="235528" cy="26352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42304239-80FC-49F8-BE80-584FBA847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488" y="4825673"/>
            <a:ext cx="613407" cy="613407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FF6F9E52-DA7C-45BB-9C56-17A49D6ECC63}"/>
              </a:ext>
            </a:extLst>
          </p:cNvPr>
          <p:cNvSpPr txBox="1"/>
          <p:nvPr/>
        </p:nvSpPr>
        <p:spPr>
          <a:xfrm>
            <a:off x="2462850" y="4932596"/>
            <a:ext cx="158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Configuración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03D61559-35A8-4E3B-8057-4AF0E2857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576" y="4226916"/>
            <a:ext cx="557319" cy="557319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91674B61-E37C-4D39-BE15-51C86A63DFFF}"/>
              </a:ext>
            </a:extLst>
          </p:cNvPr>
          <p:cNvSpPr txBox="1"/>
          <p:nvPr/>
        </p:nvSpPr>
        <p:spPr>
          <a:xfrm>
            <a:off x="2617466" y="4341125"/>
            <a:ext cx="96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Grafico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9" name="Vista general de diapositiva 38">
                <a:extLst>
                  <a:ext uri="{FF2B5EF4-FFF2-40B4-BE49-F238E27FC236}">
                    <a16:creationId xmlns:a16="http://schemas.microsoft.com/office/drawing/2014/main" id="{2416A90E-F034-470B-86F5-1B977D720F3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24856776"/>
                  </p:ext>
                </p:extLst>
              </p:nvPr>
            </p:nvGraphicFramePr>
            <p:xfrm>
              <a:off x="1814998" y="3578535"/>
              <a:ext cx="621339" cy="621339"/>
            </p:xfrm>
            <a:graphic>
              <a:graphicData uri="http://schemas.microsoft.com/office/powerpoint/2016/slidezoom">
                <pslz:sldZm>
                  <pslz:sldZmObj sldId="258" cId="2433708193">
                    <pslz:zmPr id="{FE55E4D1-068E-41B6-9D4A-AC8616455C1E}" returnToParent="0" imageType="cover" transitionDur="1000">
                      <p166:blipFill xmlns:p166="http://schemas.microsoft.com/office/powerpoint/2016/6/main"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7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21339" cy="621339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9" name="Vista general de diapositiva 38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2416A90E-F034-470B-86F5-1B977D720F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814998" y="3578535"/>
                <a:ext cx="621339" cy="621339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2" name="Vista general de diapositiva 41">
                <a:extLst>
                  <a:ext uri="{FF2B5EF4-FFF2-40B4-BE49-F238E27FC236}">
                    <a16:creationId xmlns:a16="http://schemas.microsoft.com/office/drawing/2014/main" id="{D36F4FF7-46F9-4AF6-BC40-757AF742060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1138377"/>
                  </p:ext>
                </p:extLst>
              </p:nvPr>
            </p:nvGraphicFramePr>
            <p:xfrm>
              <a:off x="1803207" y="2980234"/>
              <a:ext cx="621339" cy="621339"/>
            </p:xfrm>
            <a:graphic>
              <a:graphicData uri="http://schemas.microsoft.com/office/powerpoint/2016/slidezoom">
                <pslz:sldZm>
                  <pslz:sldZmObj sldId="259" cId="1056543062">
                    <pslz:zmPr id="{FF5FD424-4F4F-40FE-B088-B261D48D981A}" returnToParent="0" imageType="cover" transitionDur="1000">
                      <p166:blipFill xmlns:p166="http://schemas.microsoft.com/office/powerpoint/2016/6/main"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21339" cy="621339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2" name="Vista general de diapositiva 41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D36F4FF7-46F9-4AF6-BC40-757AF742060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803207" y="2980234"/>
                <a:ext cx="621339" cy="621339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3" name="Vista general de diapositiva 42">
                <a:extLst>
                  <a:ext uri="{FF2B5EF4-FFF2-40B4-BE49-F238E27FC236}">
                    <a16:creationId xmlns:a16="http://schemas.microsoft.com/office/drawing/2014/main" id="{F773E22F-614E-4B61-9387-91DF081B067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49982017"/>
                  </p:ext>
                </p:extLst>
              </p:nvPr>
            </p:nvGraphicFramePr>
            <p:xfrm>
              <a:off x="1837974" y="2349248"/>
              <a:ext cx="587096" cy="587096"/>
            </p:xfrm>
            <a:graphic>
              <a:graphicData uri="http://schemas.microsoft.com/office/powerpoint/2016/slidezoom">
                <pslz:sldZm>
                  <pslz:sldZmObj sldId="260" cId="3243752400">
                    <pslz:zmPr id="{4DE819FF-1222-4B74-9DFB-0B9A644168AD}" returnToParent="0" imageType="cover" transitionDur="1000">
                      <p166:blipFill xmlns:p166="http://schemas.microsoft.com/office/powerpoint/2016/6/main"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3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87096" cy="587096"/>
                        </a:xfrm>
                        <a:prstGeom prst="rect">
                          <a:avLst/>
                        </a:prstGeom>
                        <a:noFill/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3" name="Vista general de diapositiva 42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F773E22F-614E-4B61-9387-91DF081B067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837974" y="2349248"/>
                <a:ext cx="587096" cy="587096"/>
              </a:xfrm>
              <a:prstGeom prst="rect">
                <a:avLst/>
              </a:prstGeom>
              <a:noFill/>
              <a:ln w="3175">
                <a:noFill/>
              </a:ln>
            </p:spPr>
          </p:pic>
        </mc:Fallback>
      </mc:AlternateContent>
      <p:sp>
        <p:nvSpPr>
          <p:cNvPr id="45" name="CuadroTexto 44">
            <a:extLst>
              <a:ext uri="{FF2B5EF4-FFF2-40B4-BE49-F238E27FC236}">
                <a16:creationId xmlns:a16="http://schemas.microsoft.com/office/drawing/2014/main" id="{8592DE05-AE27-4719-B1DE-6031211EC9AA}"/>
              </a:ext>
            </a:extLst>
          </p:cNvPr>
          <p:cNvSpPr txBox="1"/>
          <p:nvPr/>
        </p:nvSpPr>
        <p:spPr>
          <a:xfrm>
            <a:off x="3041073" y="1951069"/>
            <a:ext cx="1427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+mj-lt"/>
              </a:rPr>
              <a:t>Editar perfil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8" name="Vista general de diapositiva 47">
                <a:extLst>
                  <a:ext uri="{FF2B5EF4-FFF2-40B4-BE49-F238E27FC236}">
                    <a16:creationId xmlns:a16="http://schemas.microsoft.com/office/drawing/2014/main" id="{5ABE1330-AEA4-4F31-8344-5D3D4849710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84370912"/>
                  </p:ext>
                </p:extLst>
              </p:nvPr>
            </p:nvGraphicFramePr>
            <p:xfrm>
              <a:off x="2580846" y="1888224"/>
              <a:ext cx="430183" cy="430183"/>
            </p:xfrm>
            <a:graphic>
              <a:graphicData uri="http://schemas.microsoft.com/office/powerpoint/2016/slidezoom">
                <pslz:sldZm>
                  <pslz:sldZmObj sldId="261" cId="1028045781">
                    <pslz:zmPr id="{EED05274-C498-43B9-BF74-C98CE44DE9FE}" returnToParent="0" imageType="cover" transitionDur="1000">
                      <p166:blipFill xmlns:p166="http://schemas.microsoft.com/office/powerpoint/2016/6/main"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6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30183" cy="430183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8" name="Vista general de diapositiva 47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5ABE1330-AEA4-4F31-8344-5D3D4849710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2580846" y="1888224"/>
                <a:ext cx="430183" cy="430183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1" name="Vista general de diapositiva 50">
                <a:extLst>
                  <a:ext uri="{FF2B5EF4-FFF2-40B4-BE49-F238E27FC236}">
                    <a16:creationId xmlns:a16="http://schemas.microsoft.com/office/drawing/2014/main" id="{0C43DBDC-F519-436F-92B9-15E6C6D61E5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14509529"/>
                  </p:ext>
                </p:extLst>
              </p:nvPr>
            </p:nvGraphicFramePr>
            <p:xfrm>
              <a:off x="1853818" y="5553406"/>
              <a:ext cx="528134" cy="528134"/>
            </p:xfrm>
            <a:graphic>
              <a:graphicData uri="http://schemas.microsoft.com/office/powerpoint/2016/slidezoom">
                <pslz:sldZm>
                  <pslz:sldZmObj sldId="262" cId="1968783752">
                    <pslz:zmPr id="{0A3534BB-3DA9-414F-9E9A-D267A268F3B1}" returnToParent="0" imageType="cover" transitionDur="1000">
                      <p166:blipFill xmlns:p166="http://schemas.microsoft.com/office/powerpoint/2016/6/main"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28134" cy="528134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1" name="Vista general de diapositiva 50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0C43DBDC-F519-436F-92B9-15E6C6D61E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53818" y="5553406"/>
                <a:ext cx="528134" cy="528134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3708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6EBD2DF-A3BF-490C-8E58-2A6C35E77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4FB2406-AE14-4B7F-88D5-6111390BC417}"/>
              </a:ext>
            </a:extLst>
          </p:cNvPr>
          <p:cNvSpPr/>
          <p:nvPr/>
        </p:nvSpPr>
        <p:spPr>
          <a:xfrm>
            <a:off x="1760559" y="953993"/>
            <a:ext cx="8742218" cy="521128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FE6D06D-2020-41C8-8702-A2F687E2EF93}"/>
              </a:ext>
            </a:extLst>
          </p:cNvPr>
          <p:cNvSpPr/>
          <p:nvPr/>
        </p:nvSpPr>
        <p:spPr>
          <a:xfrm>
            <a:off x="1745673" y="955965"/>
            <a:ext cx="8742218" cy="41563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D4D6EA8-DF08-4F20-A165-D913DB3BC9F1}"/>
              </a:ext>
            </a:extLst>
          </p:cNvPr>
          <p:cNvSpPr/>
          <p:nvPr/>
        </p:nvSpPr>
        <p:spPr>
          <a:xfrm>
            <a:off x="1745673" y="1371600"/>
            <a:ext cx="2216727" cy="9559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A767714-E852-4A48-88FA-9C623848A5B2}"/>
              </a:ext>
            </a:extLst>
          </p:cNvPr>
          <p:cNvSpPr/>
          <p:nvPr/>
        </p:nvSpPr>
        <p:spPr>
          <a:xfrm>
            <a:off x="1745673" y="2327565"/>
            <a:ext cx="2216727" cy="3837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Signo de multiplicación 13">
            <a:extLst>
              <a:ext uri="{FF2B5EF4-FFF2-40B4-BE49-F238E27FC236}">
                <a16:creationId xmlns:a16="http://schemas.microsoft.com/office/drawing/2014/main" id="{12ED9F0F-FDF3-4C5A-A45F-406013314147}"/>
              </a:ext>
            </a:extLst>
          </p:cNvPr>
          <p:cNvSpPr/>
          <p:nvPr/>
        </p:nvSpPr>
        <p:spPr>
          <a:xfrm>
            <a:off x="10169236" y="1032165"/>
            <a:ext cx="277091" cy="2632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Signo menos 14">
            <a:extLst>
              <a:ext uri="{FF2B5EF4-FFF2-40B4-BE49-F238E27FC236}">
                <a16:creationId xmlns:a16="http://schemas.microsoft.com/office/drawing/2014/main" id="{6405618B-0F8D-41EA-B507-9A6D7B21A2E6}"/>
              </a:ext>
            </a:extLst>
          </p:cNvPr>
          <p:cNvSpPr/>
          <p:nvPr/>
        </p:nvSpPr>
        <p:spPr>
          <a:xfrm>
            <a:off x="9601200" y="1125682"/>
            <a:ext cx="263236" cy="187034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Marco 15">
            <a:extLst>
              <a:ext uri="{FF2B5EF4-FFF2-40B4-BE49-F238E27FC236}">
                <a16:creationId xmlns:a16="http://schemas.microsoft.com/office/drawing/2014/main" id="{244A4D8F-BA3B-4C39-AD92-8EF74E4A919E}"/>
              </a:ext>
            </a:extLst>
          </p:cNvPr>
          <p:cNvSpPr/>
          <p:nvPr/>
        </p:nvSpPr>
        <p:spPr>
          <a:xfrm>
            <a:off x="9905999" y="1070264"/>
            <a:ext cx="263237" cy="18703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1458E6D-E65C-45A2-A8D8-3381133BA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655" y="1454727"/>
            <a:ext cx="665016" cy="66501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3325C138-8723-4C51-92DE-B4BDD8EC0B42}"/>
              </a:ext>
            </a:extLst>
          </p:cNvPr>
          <p:cNvSpPr txBox="1"/>
          <p:nvPr/>
        </p:nvSpPr>
        <p:spPr>
          <a:xfrm>
            <a:off x="2424547" y="1371599"/>
            <a:ext cx="153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Adobe Gurmukhi" panose="01010101010101010101" pitchFamily="50" charset="0"/>
                <a:cs typeface="Adobe Gurmukhi" panose="01010101010101010101" pitchFamily="50" charset="0"/>
              </a:rPr>
              <a:t>Administrador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D89D1B9-9335-490E-B5AF-A172E0DCE0C8}"/>
              </a:ext>
            </a:extLst>
          </p:cNvPr>
          <p:cNvSpPr txBox="1"/>
          <p:nvPr/>
        </p:nvSpPr>
        <p:spPr>
          <a:xfrm>
            <a:off x="2466109" y="1616284"/>
            <a:ext cx="153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José Luis,villca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852A7A10-03D4-4FC5-A9CC-80273C1B9E88}"/>
              </a:ext>
            </a:extLst>
          </p:cNvPr>
          <p:cNvSpPr/>
          <p:nvPr/>
        </p:nvSpPr>
        <p:spPr>
          <a:xfrm>
            <a:off x="1745673" y="2336718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9446D182-B9E8-4189-9B80-3B1A81761772}"/>
              </a:ext>
            </a:extLst>
          </p:cNvPr>
          <p:cNvSpPr/>
          <p:nvPr/>
        </p:nvSpPr>
        <p:spPr>
          <a:xfrm>
            <a:off x="1745673" y="2959892"/>
            <a:ext cx="2216727" cy="614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DC2665D3-BFCE-431E-8FBA-D4DCB1100733}"/>
              </a:ext>
            </a:extLst>
          </p:cNvPr>
          <p:cNvSpPr/>
          <p:nvPr/>
        </p:nvSpPr>
        <p:spPr>
          <a:xfrm>
            <a:off x="1745672" y="3599691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78A7A7EE-CCDC-4E01-9221-BB9F10698B6A}"/>
              </a:ext>
            </a:extLst>
          </p:cNvPr>
          <p:cNvSpPr/>
          <p:nvPr/>
        </p:nvSpPr>
        <p:spPr>
          <a:xfrm>
            <a:off x="1745672" y="4204854"/>
            <a:ext cx="2216727" cy="614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B3B3105-AF3D-43AE-B559-19A2E65957BF}"/>
              </a:ext>
            </a:extLst>
          </p:cNvPr>
          <p:cNvSpPr txBox="1"/>
          <p:nvPr/>
        </p:nvSpPr>
        <p:spPr>
          <a:xfrm>
            <a:off x="2424547" y="2461734"/>
            <a:ext cx="123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Paciente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EA3EF85-C0F8-41F5-9FC7-B82AE824A233}"/>
              </a:ext>
            </a:extLst>
          </p:cNvPr>
          <p:cNvSpPr txBox="1"/>
          <p:nvPr/>
        </p:nvSpPr>
        <p:spPr>
          <a:xfrm>
            <a:off x="2507671" y="2985658"/>
            <a:ext cx="1690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Historial </a:t>
            </a:r>
            <a:r>
              <a:rPr lang="es-ES" dirty="0" err="1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Clinico</a:t>
            </a:r>
            <a:endParaRPr lang="es-ES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7895ADF-E112-4C6A-B234-8E8BF6F48767}"/>
              </a:ext>
            </a:extLst>
          </p:cNvPr>
          <p:cNvSpPr txBox="1"/>
          <p:nvPr/>
        </p:nvSpPr>
        <p:spPr>
          <a:xfrm>
            <a:off x="2477895" y="3710603"/>
            <a:ext cx="141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Calendario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A35911C9-758A-42CA-8720-5464F92F012A}"/>
              </a:ext>
            </a:extLst>
          </p:cNvPr>
          <p:cNvSpPr/>
          <p:nvPr/>
        </p:nvSpPr>
        <p:spPr>
          <a:xfrm>
            <a:off x="1745671" y="4833689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2D43E1F-47B8-4307-9826-A87DCB79D1AA}"/>
              </a:ext>
            </a:extLst>
          </p:cNvPr>
          <p:cNvSpPr txBox="1"/>
          <p:nvPr/>
        </p:nvSpPr>
        <p:spPr>
          <a:xfrm>
            <a:off x="2395095" y="5649687"/>
            <a:ext cx="158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Cerra Sesión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557A91-6496-4D01-B568-797966547B2B}"/>
              </a:ext>
            </a:extLst>
          </p:cNvPr>
          <p:cNvSpPr/>
          <p:nvPr/>
        </p:nvSpPr>
        <p:spPr>
          <a:xfrm>
            <a:off x="4309797" y="1917826"/>
            <a:ext cx="4709512" cy="3807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02F99CE-3F58-4EC4-B9FD-48CCE1611054}"/>
              </a:ext>
            </a:extLst>
          </p:cNvPr>
          <p:cNvSpPr/>
          <p:nvPr/>
        </p:nvSpPr>
        <p:spPr>
          <a:xfrm>
            <a:off x="9158370" y="1906675"/>
            <a:ext cx="1205346" cy="54390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Añadir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E2091A9B-4EAF-4616-8AA6-2FB1CED53AAF}"/>
              </a:ext>
            </a:extLst>
          </p:cNvPr>
          <p:cNvSpPr/>
          <p:nvPr/>
        </p:nvSpPr>
        <p:spPr>
          <a:xfrm>
            <a:off x="9164780" y="2524992"/>
            <a:ext cx="1205346" cy="543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Editar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2763C9FC-CE76-441B-A0C3-3A1975DDA7F8}"/>
              </a:ext>
            </a:extLst>
          </p:cNvPr>
          <p:cNvSpPr/>
          <p:nvPr/>
        </p:nvSpPr>
        <p:spPr>
          <a:xfrm>
            <a:off x="9158370" y="3152840"/>
            <a:ext cx="1205346" cy="543908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Eliminar</a:t>
            </a:r>
          </a:p>
        </p:txBody>
      </p:sp>
      <p:sp>
        <p:nvSpPr>
          <p:cNvPr id="5" name="Signo de multiplicación 4">
            <a:extLst>
              <a:ext uri="{FF2B5EF4-FFF2-40B4-BE49-F238E27FC236}">
                <a16:creationId xmlns:a16="http://schemas.microsoft.com/office/drawing/2014/main" id="{A57E0DF4-1C7E-4C53-9340-915DD9C87510}"/>
              </a:ext>
            </a:extLst>
          </p:cNvPr>
          <p:cNvSpPr/>
          <p:nvPr/>
        </p:nvSpPr>
        <p:spPr>
          <a:xfrm>
            <a:off x="4350326" y="1553016"/>
            <a:ext cx="235528" cy="26352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42304239-80FC-49F8-BE80-584FBA847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488" y="4807254"/>
            <a:ext cx="613407" cy="613407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FF6F9E52-DA7C-45BB-9C56-17A49D6ECC63}"/>
              </a:ext>
            </a:extLst>
          </p:cNvPr>
          <p:cNvSpPr txBox="1"/>
          <p:nvPr/>
        </p:nvSpPr>
        <p:spPr>
          <a:xfrm>
            <a:off x="2462850" y="4914177"/>
            <a:ext cx="158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Configuración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03D61559-35A8-4E3B-8057-4AF0E2857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007" y="4236102"/>
            <a:ext cx="557319" cy="557319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91674B61-E37C-4D39-BE15-51C86A63DFFF}"/>
              </a:ext>
            </a:extLst>
          </p:cNvPr>
          <p:cNvSpPr txBox="1"/>
          <p:nvPr/>
        </p:nvSpPr>
        <p:spPr>
          <a:xfrm>
            <a:off x="2617466" y="4363535"/>
            <a:ext cx="96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Grafico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6" name="Vista general de diapositiva 35">
                <a:extLst>
                  <a:ext uri="{FF2B5EF4-FFF2-40B4-BE49-F238E27FC236}">
                    <a16:creationId xmlns:a16="http://schemas.microsoft.com/office/drawing/2014/main" id="{E9CAEBBE-1740-46B9-84CE-65325FF18A8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24856776"/>
                  </p:ext>
                </p:extLst>
              </p:nvPr>
            </p:nvGraphicFramePr>
            <p:xfrm>
              <a:off x="1814998" y="3578535"/>
              <a:ext cx="621339" cy="621339"/>
            </p:xfrm>
            <a:graphic>
              <a:graphicData uri="http://schemas.microsoft.com/office/powerpoint/2016/slidezoom">
                <pslz:sldZm>
                  <pslz:sldZmObj sldId="258" cId="2433708193">
                    <pslz:zmPr id="{FE55E4D1-068E-41B6-9D4A-AC8616455C1E}" returnToParent="0" imageType="cover" transitionDur="1000">
                      <p166:blipFill xmlns:p166="http://schemas.microsoft.com/office/powerpoint/2016/6/main"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7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21339" cy="621339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6" name="Vista general de diapositiva 35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E9CAEBBE-1740-46B9-84CE-65325FF18A8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814998" y="3578535"/>
                <a:ext cx="621339" cy="621339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9" name="Vista general de diapositiva 38">
                <a:extLst>
                  <a:ext uri="{FF2B5EF4-FFF2-40B4-BE49-F238E27FC236}">
                    <a16:creationId xmlns:a16="http://schemas.microsoft.com/office/drawing/2014/main" id="{A42611B1-B360-45CF-9122-27636F14AE3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1138377"/>
                  </p:ext>
                </p:extLst>
              </p:nvPr>
            </p:nvGraphicFramePr>
            <p:xfrm>
              <a:off x="1803207" y="2980234"/>
              <a:ext cx="621339" cy="621339"/>
            </p:xfrm>
            <a:graphic>
              <a:graphicData uri="http://schemas.microsoft.com/office/powerpoint/2016/slidezoom">
                <pslz:sldZm>
                  <pslz:sldZmObj sldId="259" cId="1056543062">
                    <pslz:zmPr id="{FF5FD424-4F4F-40FE-B088-B261D48D981A}" returnToParent="0" imageType="cover" transitionDur="1000">
                      <p166:blipFill xmlns:p166="http://schemas.microsoft.com/office/powerpoint/2016/6/main"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21339" cy="621339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9" name="Vista general de diapositiva 38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A42611B1-B360-45CF-9122-27636F14AE3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803207" y="2980234"/>
                <a:ext cx="621339" cy="621339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2" name="Vista general de diapositiva 41">
                <a:extLst>
                  <a:ext uri="{FF2B5EF4-FFF2-40B4-BE49-F238E27FC236}">
                    <a16:creationId xmlns:a16="http://schemas.microsoft.com/office/drawing/2014/main" id="{4D0B8A6A-AD73-4EB8-8A81-C74A8F407F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49982017"/>
                  </p:ext>
                </p:extLst>
              </p:nvPr>
            </p:nvGraphicFramePr>
            <p:xfrm>
              <a:off x="1837974" y="2349248"/>
              <a:ext cx="587096" cy="587096"/>
            </p:xfrm>
            <a:graphic>
              <a:graphicData uri="http://schemas.microsoft.com/office/powerpoint/2016/slidezoom">
                <pslz:sldZm>
                  <pslz:sldZmObj sldId="260" cId="3243752400">
                    <pslz:zmPr id="{4DE819FF-1222-4B74-9DFB-0B9A644168AD}" returnToParent="0" imageType="cover" transitionDur="1000">
                      <p166:blipFill xmlns:p166="http://schemas.microsoft.com/office/powerpoint/2016/6/main"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3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87096" cy="587096"/>
                        </a:xfrm>
                        <a:prstGeom prst="rect">
                          <a:avLst/>
                        </a:prstGeom>
                        <a:noFill/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2" name="Vista general de diapositiva 41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4D0B8A6A-AD73-4EB8-8A81-C74A8F407F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837974" y="2349248"/>
                <a:ext cx="587096" cy="587096"/>
              </a:xfrm>
              <a:prstGeom prst="rect">
                <a:avLst/>
              </a:prstGeom>
              <a:noFill/>
              <a:ln w="3175">
                <a:noFill/>
              </a:ln>
            </p:spPr>
          </p:pic>
        </mc:Fallback>
      </mc:AlternateContent>
      <p:sp>
        <p:nvSpPr>
          <p:cNvPr id="43" name="CuadroTexto 42">
            <a:extLst>
              <a:ext uri="{FF2B5EF4-FFF2-40B4-BE49-F238E27FC236}">
                <a16:creationId xmlns:a16="http://schemas.microsoft.com/office/drawing/2014/main" id="{56BE6390-7FDC-4204-999F-DF699C55EE12}"/>
              </a:ext>
            </a:extLst>
          </p:cNvPr>
          <p:cNvSpPr txBox="1"/>
          <p:nvPr/>
        </p:nvSpPr>
        <p:spPr>
          <a:xfrm>
            <a:off x="3041073" y="1951069"/>
            <a:ext cx="1427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+mj-lt"/>
              </a:rPr>
              <a:t>Editar perfil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5" name="Vista general de diapositiva 44">
                <a:extLst>
                  <a:ext uri="{FF2B5EF4-FFF2-40B4-BE49-F238E27FC236}">
                    <a16:creationId xmlns:a16="http://schemas.microsoft.com/office/drawing/2014/main" id="{BE7E7EF4-3063-4773-99F1-9DCB3B3B197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84370912"/>
                  </p:ext>
                </p:extLst>
              </p:nvPr>
            </p:nvGraphicFramePr>
            <p:xfrm>
              <a:off x="2580846" y="1888224"/>
              <a:ext cx="430183" cy="430183"/>
            </p:xfrm>
            <a:graphic>
              <a:graphicData uri="http://schemas.microsoft.com/office/powerpoint/2016/slidezoom">
                <pslz:sldZm>
                  <pslz:sldZmObj sldId="261" cId="1028045781">
                    <pslz:zmPr id="{EED05274-C498-43B9-BF74-C98CE44DE9FE}" returnToParent="0" imageType="cover" transitionDur="1000">
                      <p166:blipFill xmlns:p166="http://schemas.microsoft.com/office/powerpoint/2016/6/main"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6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30183" cy="430183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5" name="Vista general de diapositiva 44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BE7E7EF4-3063-4773-99F1-9DCB3B3B197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2580846" y="1888224"/>
                <a:ext cx="430183" cy="430183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8" name="Vista general de diapositiva 47">
                <a:extLst>
                  <a:ext uri="{FF2B5EF4-FFF2-40B4-BE49-F238E27FC236}">
                    <a16:creationId xmlns:a16="http://schemas.microsoft.com/office/drawing/2014/main" id="{A3EB7737-43AF-46FB-A213-C67CA8042CA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1777329"/>
                  </p:ext>
                </p:extLst>
              </p:nvPr>
            </p:nvGraphicFramePr>
            <p:xfrm>
              <a:off x="1908203" y="5542421"/>
              <a:ext cx="528134" cy="528134"/>
            </p:xfrm>
            <a:graphic>
              <a:graphicData uri="http://schemas.microsoft.com/office/powerpoint/2016/slidezoom">
                <pslz:sldZm>
                  <pslz:sldZmObj sldId="262" cId="1968783752">
                    <pslz:zmPr id="{0A3534BB-3DA9-414F-9E9A-D267A268F3B1}" returnToParent="0" imageType="cover" transitionDur="1000">
                      <p166:blipFill xmlns:p166="http://schemas.microsoft.com/office/powerpoint/2016/6/main"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28134" cy="528134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8" name="Vista general de diapositiva 47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A3EB7737-43AF-46FB-A213-C67CA8042CA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8203" y="5542421"/>
                <a:ext cx="528134" cy="528134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6543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6EBD2DF-A3BF-490C-8E58-2A6C35E77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4FB2406-AE14-4B7F-88D5-6111390BC417}"/>
              </a:ext>
            </a:extLst>
          </p:cNvPr>
          <p:cNvSpPr/>
          <p:nvPr/>
        </p:nvSpPr>
        <p:spPr>
          <a:xfrm>
            <a:off x="1760559" y="953993"/>
            <a:ext cx="8742218" cy="521128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FE6D06D-2020-41C8-8702-A2F687E2EF93}"/>
              </a:ext>
            </a:extLst>
          </p:cNvPr>
          <p:cNvSpPr/>
          <p:nvPr/>
        </p:nvSpPr>
        <p:spPr>
          <a:xfrm>
            <a:off x="1745673" y="955965"/>
            <a:ext cx="8742218" cy="41563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D4D6EA8-DF08-4F20-A165-D913DB3BC9F1}"/>
              </a:ext>
            </a:extLst>
          </p:cNvPr>
          <p:cNvSpPr/>
          <p:nvPr/>
        </p:nvSpPr>
        <p:spPr>
          <a:xfrm>
            <a:off x="1745673" y="1371600"/>
            <a:ext cx="2216727" cy="9559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A767714-E852-4A48-88FA-9C623848A5B2}"/>
              </a:ext>
            </a:extLst>
          </p:cNvPr>
          <p:cNvSpPr/>
          <p:nvPr/>
        </p:nvSpPr>
        <p:spPr>
          <a:xfrm>
            <a:off x="1745673" y="2327565"/>
            <a:ext cx="2216727" cy="3837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Signo de multiplicación 13">
            <a:extLst>
              <a:ext uri="{FF2B5EF4-FFF2-40B4-BE49-F238E27FC236}">
                <a16:creationId xmlns:a16="http://schemas.microsoft.com/office/drawing/2014/main" id="{12ED9F0F-FDF3-4C5A-A45F-406013314147}"/>
              </a:ext>
            </a:extLst>
          </p:cNvPr>
          <p:cNvSpPr/>
          <p:nvPr/>
        </p:nvSpPr>
        <p:spPr>
          <a:xfrm>
            <a:off x="10169236" y="1032165"/>
            <a:ext cx="277091" cy="2632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Signo menos 14">
            <a:extLst>
              <a:ext uri="{FF2B5EF4-FFF2-40B4-BE49-F238E27FC236}">
                <a16:creationId xmlns:a16="http://schemas.microsoft.com/office/drawing/2014/main" id="{6405618B-0F8D-41EA-B507-9A6D7B21A2E6}"/>
              </a:ext>
            </a:extLst>
          </p:cNvPr>
          <p:cNvSpPr/>
          <p:nvPr/>
        </p:nvSpPr>
        <p:spPr>
          <a:xfrm>
            <a:off x="9601200" y="1125682"/>
            <a:ext cx="263236" cy="187034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Marco 15">
            <a:extLst>
              <a:ext uri="{FF2B5EF4-FFF2-40B4-BE49-F238E27FC236}">
                <a16:creationId xmlns:a16="http://schemas.microsoft.com/office/drawing/2014/main" id="{244A4D8F-BA3B-4C39-AD92-8EF74E4A919E}"/>
              </a:ext>
            </a:extLst>
          </p:cNvPr>
          <p:cNvSpPr/>
          <p:nvPr/>
        </p:nvSpPr>
        <p:spPr>
          <a:xfrm>
            <a:off x="9905999" y="1070264"/>
            <a:ext cx="263237" cy="18703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1458E6D-E65C-45A2-A8D8-3381133BA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655" y="1454727"/>
            <a:ext cx="665016" cy="66501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3325C138-8723-4C51-92DE-B4BDD8EC0B42}"/>
              </a:ext>
            </a:extLst>
          </p:cNvPr>
          <p:cNvSpPr txBox="1"/>
          <p:nvPr/>
        </p:nvSpPr>
        <p:spPr>
          <a:xfrm>
            <a:off x="2424547" y="1371599"/>
            <a:ext cx="153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Adobe Gurmukhi" panose="01010101010101010101" pitchFamily="50" charset="0"/>
                <a:cs typeface="Adobe Gurmukhi" panose="01010101010101010101" pitchFamily="50" charset="0"/>
              </a:rPr>
              <a:t>Administrador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D89D1B9-9335-490E-B5AF-A172E0DCE0C8}"/>
              </a:ext>
            </a:extLst>
          </p:cNvPr>
          <p:cNvSpPr txBox="1"/>
          <p:nvPr/>
        </p:nvSpPr>
        <p:spPr>
          <a:xfrm>
            <a:off x="2466109" y="1616284"/>
            <a:ext cx="153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José Luis,villca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852A7A10-03D4-4FC5-A9CC-80273C1B9E88}"/>
              </a:ext>
            </a:extLst>
          </p:cNvPr>
          <p:cNvSpPr/>
          <p:nvPr/>
        </p:nvSpPr>
        <p:spPr>
          <a:xfrm>
            <a:off x="1745673" y="2336718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9446D182-B9E8-4189-9B80-3B1A81761772}"/>
              </a:ext>
            </a:extLst>
          </p:cNvPr>
          <p:cNvSpPr/>
          <p:nvPr/>
        </p:nvSpPr>
        <p:spPr>
          <a:xfrm>
            <a:off x="1745673" y="2959892"/>
            <a:ext cx="2216727" cy="614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DC2665D3-BFCE-431E-8FBA-D4DCB1100733}"/>
              </a:ext>
            </a:extLst>
          </p:cNvPr>
          <p:cNvSpPr/>
          <p:nvPr/>
        </p:nvSpPr>
        <p:spPr>
          <a:xfrm>
            <a:off x="1745672" y="3599691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78A7A7EE-CCDC-4E01-9221-BB9F10698B6A}"/>
              </a:ext>
            </a:extLst>
          </p:cNvPr>
          <p:cNvSpPr/>
          <p:nvPr/>
        </p:nvSpPr>
        <p:spPr>
          <a:xfrm>
            <a:off x="1745672" y="4204854"/>
            <a:ext cx="2216727" cy="614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B3B3105-AF3D-43AE-B559-19A2E65957BF}"/>
              </a:ext>
            </a:extLst>
          </p:cNvPr>
          <p:cNvSpPr txBox="1"/>
          <p:nvPr/>
        </p:nvSpPr>
        <p:spPr>
          <a:xfrm>
            <a:off x="2424547" y="2461734"/>
            <a:ext cx="123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Paciente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EA3EF85-C0F8-41F5-9FC7-B82AE824A233}"/>
              </a:ext>
            </a:extLst>
          </p:cNvPr>
          <p:cNvSpPr txBox="1"/>
          <p:nvPr/>
        </p:nvSpPr>
        <p:spPr>
          <a:xfrm>
            <a:off x="2507671" y="2985658"/>
            <a:ext cx="1690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Historial </a:t>
            </a:r>
            <a:r>
              <a:rPr lang="es-ES" dirty="0" err="1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Clinico</a:t>
            </a:r>
            <a:endParaRPr lang="es-ES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7895ADF-E112-4C6A-B234-8E8BF6F48767}"/>
              </a:ext>
            </a:extLst>
          </p:cNvPr>
          <p:cNvSpPr txBox="1"/>
          <p:nvPr/>
        </p:nvSpPr>
        <p:spPr>
          <a:xfrm>
            <a:off x="2477895" y="3710603"/>
            <a:ext cx="141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Calendario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A35911C9-758A-42CA-8720-5464F92F012A}"/>
              </a:ext>
            </a:extLst>
          </p:cNvPr>
          <p:cNvSpPr/>
          <p:nvPr/>
        </p:nvSpPr>
        <p:spPr>
          <a:xfrm>
            <a:off x="1745671" y="4833689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2D43E1F-47B8-4307-9826-A87DCB79D1AA}"/>
              </a:ext>
            </a:extLst>
          </p:cNvPr>
          <p:cNvSpPr txBox="1"/>
          <p:nvPr/>
        </p:nvSpPr>
        <p:spPr>
          <a:xfrm>
            <a:off x="2395095" y="5649687"/>
            <a:ext cx="158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Cerra Sesión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557A91-6496-4D01-B568-797966547B2B}"/>
              </a:ext>
            </a:extLst>
          </p:cNvPr>
          <p:cNvSpPr/>
          <p:nvPr/>
        </p:nvSpPr>
        <p:spPr>
          <a:xfrm>
            <a:off x="4309797" y="1917826"/>
            <a:ext cx="4709512" cy="3807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02F99CE-3F58-4EC4-B9FD-48CCE1611054}"/>
              </a:ext>
            </a:extLst>
          </p:cNvPr>
          <p:cNvSpPr/>
          <p:nvPr/>
        </p:nvSpPr>
        <p:spPr>
          <a:xfrm>
            <a:off x="9158370" y="1906675"/>
            <a:ext cx="1205346" cy="54390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Añadir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E2091A9B-4EAF-4616-8AA6-2FB1CED53AAF}"/>
              </a:ext>
            </a:extLst>
          </p:cNvPr>
          <p:cNvSpPr/>
          <p:nvPr/>
        </p:nvSpPr>
        <p:spPr>
          <a:xfrm>
            <a:off x="9164780" y="2524992"/>
            <a:ext cx="1205346" cy="543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Editar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2763C9FC-CE76-441B-A0C3-3A1975DDA7F8}"/>
              </a:ext>
            </a:extLst>
          </p:cNvPr>
          <p:cNvSpPr/>
          <p:nvPr/>
        </p:nvSpPr>
        <p:spPr>
          <a:xfrm>
            <a:off x="9158370" y="3152840"/>
            <a:ext cx="1205346" cy="543908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Eliminar</a:t>
            </a:r>
          </a:p>
        </p:txBody>
      </p:sp>
      <p:sp>
        <p:nvSpPr>
          <p:cNvPr id="5" name="Signo de multiplicación 4">
            <a:extLst>
              <a:ext uri="{FF2B5EF4-FFF2-40B4-BE49-F238E27FC236}">
                <a16:creationId xmlns:a16="http://schemas.microsoft.com/office/drawing/2014/main" id="{A57E0DF4-1C7E-4C53-9340-915DD9C87510}"/>
              </a:ext>
            </a:extLst>
          </p:cNvPr>
          <p:cNvSpPr/>
          <p:nvPr/>
        </p:nvSpPr>
        <p:spPr>
          <a:xfrm>
            <a:off x="4350326" y="1553016"/>
            <a:ext cx="235528" cy="26352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42304239-80FC-49F8-BE80-584FBA847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488" y="4877981"/>
            <a:ext cx="613407" cy="613407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FF6F9E52-DA7C-45BB-9C56-17A49D6ECC63}"/>
              </a:ext>
            </a:extLst>
          </p:cNvPr>
          <p:cNvSpPr txBox="1"/>
          <p:nvPr/>
        </p:nvSpPr>
        <p:spPr>
          <a:xfrm>
            <a:off x="2462850" y="4984904"/>
            <a:ext cx="158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Configuración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03D61559-35A8-4E3B-8057-4AF0E2857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488" y="4225657"/>
            <a:ext cx="557319" cy="557319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91674B61-E37C-4D39-BE15-51C86A63DFFF}"/>
              </a:ext>
            </a:extLst>
          </p:cNvPr>
          <p:cNvSpPr txBox="1"/>
          <p:nvPr/>
        </p:nvSpPr>
        <p:spPr>
          <a:xfrm>
            <a:off x="2556164" y="4366784"/>
            <a:ext cx="96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Grafico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6" name="Vista general de diapositiva 35">
                <a:extLst>
                  <a:ext uri="{FF2B5EF4-FFF2-40B4-BE49-F238E27FC236}">
                    <a16:creationId xmlns:a16="http://schemas.microsoft.com/office/drawing/2014/main" id="{FA3751B6-A87C-4969-9964-FDA228F966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24856776"/>
                  </p:ext>
                </p:extLst>
              </p:nvPr>
            </p:nvGraphicFramePr>
            <p:xfrm>
              <a:off x="1814998" y="3578535"/>
              <a:ext cx="621339" cy="621339"/>
            </p:xfrm>
            <a:graphic>
              <a:graphicData uri="http://schemas.microsoft.com/office/powerpoint/2016/slidezoom">
                <pslz:sldZm>
                  <pslz:sldZmObj sldId="258" cId="2433708193">
                    <pslz:zmPr id="{FE55E4D1-068E-41B6-9D4A-AC8616455C1E}" returnToParent="0" imageType="cover" transitionDur="1000">
                      <p166:blipFill xmlns:p166="http://schemas.microsoft.com/office/powerpoint/2016/6/main"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7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21339" cy="621339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6" name="Vista general de diapositiva 35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FA3751B6-A87C-4969-9964-FDA228F966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814998" y="3578535"/>
                <a:ext cx="621339" cy="621339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9" name="Vista general de diapositiva 38">
                <a:extLst>
                  <a:ext uri="{FF2B5EF4-FFF2-40B4-BE49-F238E27FC236}">
                    <a16:creationId xmlns:a16="http://schemas.microsoft.com/office/drawing/2014/main" id="{C3ADEE14-A2BB-4EF4-9D30-39F0C396EC1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1138377"/>
                  </p:ext>
                </p:extLst>
              </p:nvPr>
            </p:nvGraphicFramePr>
            <p:xfrm>
              <a:off x="1803207" y="2980234"/>
              <a:ext cx="621339" cy="621339"/>
            </p:xfrm>
            <a:graphic>
              <a:graphicData uri="http://schemas.microsoft.com/office/powerpoint/2016/slidezoom">
                <pslz:sldZm>
                  <pslz:sldZmObj sldId="259" cId="1056543062">
                    <pslz:zmPr id="{FF5FD424-4F4F-40FE-B088-B261D48D981A}" returnToParent="0" imageType="cover" transitionDur="1000">
                      <p166:blipFill xmlns:p166="http://schemas.microsoft.com/office/powerpoint/2016/6/main"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21339" cy="621339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9" name="Vista general de diapositiva 38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C3ADEE14-A2BB-4EF4-9D30-39F0C396EC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803207" y="2980234"/>
                <a:ext cx="621339" cy="621339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2" name="Vista general de diapositiva 41">
                <a:extLst>
                  <a:ext uri="{FF2B5EF4-FFF2-40B4-BE49-F238E27FC236}">
                    <a16:creationId xmlns:a16="http://schemas.microsoft.com/office/drawing/2014/main" id="{58CADAFD-1803-4C0C-90E5-C4F19DDB54B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49982017"/>
                  </p:ext>
                </p:extLst>
              </p:nvPr>
            </p:nvGraphicFramePr>
            <p:xfrm>
              <a:off x="1837974" y="2349248"/>
              <a:ext cx="587096" cy="587096"/>
            </p:xfrm>
            <a:graphic>
              <a:graphicData uri="http://schemas.microsoft.com/office/powerpoint/2016/slidezoom">
                <pslz:sldZm>
                  <pslz:sldZmObj sldId="260" cId="3243752400">
                    <pslz:zmPr id="{4DE819FF-1222-4B74-9DFB-0B9A644168AD}" returnToParent="0" imageType="cover" transitionDur="1000">
                      <p166:blipFill xmlns:p166="http://schemas.microsoft.com/office/powerpoint/2016/6/main"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3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87096" cy="587096"/>
                        </a:xfrm>
                        <a:prstGeom prst="rect">
                          <a:avLst/>
                        </a:prstGeom>
                        <a:noFill/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2" name="Vista general de diapositiva 41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58CADAFD-1803-4C0C-90E5-C4F19DDB54B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837974" y="2349248"/>
                <a:ext cx="587096" cy="587096"/>
              </a:xfrm>
              <a:prstGeom prst="rect">
                <a:avLst/>
              </a:prstGeom>
              <a:noFill/>
              <a:ln w="3175">
                <a:noFill/>
              </a:ln>
            </p:spPr>
          </p:pic>
        </mc:Fallback>
      </mc:AlternateContent>
      <p:sp>
        <p:nvSpPr>
          <p:cNvPr id="43" name="CuadroTexto 42">
            <a:extLst>
              <a:ext uri="{FF2B5EF4-FFF2-40B4-BE49-F238E27FC236}">
                <a16:creationId xmlns:a16="http://schemas.microsoft.com/office/drawing/2014/main" id="{869FF5C7-4E19-4994-9E9B-6980E073CE4C}"/>
              </a:ext>
            </a:extLst>
          </p:cNvPr>
          <p:cNvSpPr txBox="1"/>
          <p:nvPr/>
        </p:nvSpPr>
        <p:spPr>
          <a:xfrm>
            <a:off x="3041073" y="1951069"/>
            <a:ext cx="1427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+mj-lt"/>
              </a:rPr>
              <a:t>Editar perfil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5" name="Vista general de diapositiva 44">
                <a:extLst>
                  <a:ext uri="{FF2B5EF4-FFF2-40B4-BE49-F238E27FC236}">
                    <a16:creationId xmlns:a16="http://schemas.microsoft.com/office/drawing/2014/main" id="{AF60A092-59D2-4AC7-B6F7-60E1A3A067C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84370912"/>
                  </p:ext>
                </p:extLst>
              </p:nvPr>
            </p:nvGraphicFramePr>
            <p:xfrm>
              <a:off x="2580846" y="1888224"/>
              <a:ext cx="430183" cy="430183"/>
            </p:xfrm>
            <a:graphic>
              <a:graphicData uri="http://schemas.microsoft.com/office/powerpoint/2016/slidezoom">
                <pslz:sldZm>
                  <pslz:sldZmObj sldId="261" cId="1028045781">
                    <pslz:zmPr id="{EED05274-C498-43B9-BF74-C98CE44DE9FE}" returnToParent="0" imageType="cover" transitionDur="1000">
                      <p166:blipFill xmlns:p166="http://schemas.microsoft.com/office/powerpoint/2016/6/main"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6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30183" cy="430183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5" name="Vista general de diapositiva 44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AF60A092-59D2-4AC7-B6F7-60E1A3A067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2580846" y="1888224"/>
                <a:ext cx="430183" cy="430183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8" name="Vista general de diapositiva 47">
                <a:extLst>
                  <a:ext uri="{FF2B5EF4-FFF2-40B4-BE49-F238E27FC236}">
                    <a16:creationId xmlns:a16="http://schemas.microsoft.com/office/drawing/2014/main" id="{2F0EAC05-BC37-4546-A7F3-A047960889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14879895"/>
                  </p:ext>
                </p:extLst>
              </p:nvPr>
            </p:nvGraphicFramePr>
            <p:xfrm>
              <a:off x="1908203" y="5542421"/>
              <a:ext cx="528134" cy="528134"/>
            </p:xfrm>
            <a:graphic>
              <a:graphicData uri="http://schemas.microsoft.com/office/powerpoint/2016/slidezoom">
                <pslz:sldZm>
                  <pslz:sldZmObj sldId="262" cId="1968783752">
                    <pslz:zmPr id="{0A3534BB-3DA9-414F-9E9A-D267A268F3B1}" returnToParent="0" imageType="cover" transitionDur="1000">
                      <p166:blipFill xmlns:p166="http://schemas.microsoft.com/office/powerpoint/2016/6/main"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28134" cy="528134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8" name="Vista general de diapositiva 47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2F0EAC05-BC37-4546-A7F3-A047960889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8203" y="5542421"/>
                <a:ext cx="528134" cy="528134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375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6EBD2DF-A3BF-490C-8E58-2A6C35E77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4FB2406-AE14-4B7F-88D5-6111390BC417}"/>
              </a:ext>
            </a:extLst>
          </p:cNvPr>
          <p:cNvSpPr/>
          <p:nvPr/>
        </p:nvSpPr>
        <p:spPr>
          <a:xfrm>
            <a:off x="1760559" y="953993"/>
            <a:ext cx="8742218" cy="521128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FE6D06D-2020-41C8-8702-A2F687E2EF93}"/>
              </a:ext>
            </a:extLst>
          </p:cNvPr>
          <p:cNvSpPr/>
          <p:nvPr/>
        </p:nvSpPr>
        <p:spPr>
          <a:xfrm>
            <a:off x="1745673" y="955965"/>
            <a:ext cx="8742218" cy="41563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D4D6EA8-DF08-4F20-A165-D913DB3BC9F1}"/>
              </a:ext>
            </a:extLst>
          </p:cNvPr>
          <p:cNvSpPr/>
          <p:nvPr/>
        </p:nvSpPr>
        <p:spPr>
          <a:xfrm>
            <a:off x="1745673" y="1371600"/>
            <a:ext cx="2216727" cy="9559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A767714-E852-4A48-88FA-9C623848A5B2}"/>
              </a:ext>
            </a:extLst>
          </p:cNvPr>
          <p:cNvSpPr/>
          <p:nvPr/>
        </p:nvSpPr>
        <p:spPr>
          <a:xfrm>
            <a:off x="1745673" y="2327565"/>
            <a:ext cx="2216727" cy="3837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Signo de multiplicación 13">
            <a:extLst>
              <a:ext uri="{FF2B5EF4-FFF2-40B4-BE49-F238E27FC236}">
                <a16:creationId xmlns:a16="http://schemas.microsoft.com/office/drawing/2014/main" id="{12ED9F0F-FDF3-4C5A-A45F-406013314147}"/>
              </a:ext>
            </a:extLst>
          </p:cNvPr>
          <p:cNvSpPr/>
          <p:nvPr/>
        </p:nvSpPr>
        <p:spPr>
          <a:xfrm>
            <a:off x="10169236" y="1032165"/>
            <a:ext cx="277091" cy="2632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Signo menos 14">
            <a:extLst>
              <a:ext uri="{FF2B5EF4-FFF2-40B4-BE49-F238E27FC236}">
                <a16:creationId xmlns:a16="http://schemas.microsoft.com/office/drawing/2014/main" id="{6405618B-0F8D-41EA-B507-9A6D7B21A2E6}"/>
              </a:ext>
            </a:extLst>
          </p:cNvPr>
          <p:cNvSpPr/>
          <p:nvPr/>
        </p:nvSpPr>
        <p:spPr>
          <a:xfrm>
            <a:off x="9601200" y="1125682"/>
            <a:ext cx="263236" cy="187034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Marco 15">
            <a:extLst>
              <a:ext uri="{FF2B5EF4-FFF2-40B4-BE49-F238E27FC236}">
                <a16:creationId xmlns:a16="http://schemas.microsoft.com/office/drawing/2014/main" id="{244A4D8F-BA3B-4C39-AD92-8EF74E4A919E}"/>
              </a:ext>
            </a:extLst>
          </p:cNvPr>
          <p:cNvSpPr/>
          <p:nvPr/>
        </p:nvSpPr>
        <p:spPr>
          <a:xfrm>
            <a:off x="9905999" y="1070264"/>
            <a:ext cx="263237" cy="18703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1458E6D-E65C-45A2-A8D8-3381133BA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655" y="1454727"/>
            <a:ext cx="665016" cy="66501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3325C138-8723-4C51-92DE-B4BDD8EC0B42}"/>
              </a:ext>
            </a:extLst>
          </p:cNvPr>
          <p:cNvSpPr txBox="1"/>
          <p:nvPr/>
        </p:nvSpPr>
        <p:spPr>
          <a:xfrm>
            <a:off x="2424547" y="1371599"/>
            <a:ext cx="153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Adobe Gurmukhi" panose="01010101010101010101" pitchFamily="50" charset="0"/>
                <a:cs typeface="Adobe Gurmukhi" panose="01010101010101010101" pitchFamily="50" charset="0"/>
              </a:rPr>
              <a:t>Administrador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D89D1B9-9335-490E-B5AF-A172E0DCE0C8}"/>
              </a:ext>
            </a:extLst>
          </p:cNvPr>
          <p:cNvSpPr txBox="1"/>
          <p:nvPr/>
        </p:nvSpPr>
        <p:spPr>
          <a:xfrm>
            <a:off x="2466109" y="1616284"/>
            <a:ext cx="153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José </a:t>
            </a:r>
            <a:r>
              <a:rPr lang="es-ES" dirty="0" err="1"/>
              <a:t>Luis,villca</a:t>
            </a:r>
            <a:endParaRPr lang="es-ES" dirty="0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852A7A10-03D4-4FC5-A9CC-80273C1B9E88}"/>
              </a:ext>
            </a:extLst>
          </p:cNvPr>
          <p:cNvSpPr/>
          <p:nvPr/>
        </p:nvSpPr>
        <p:spPr>
          <a:xfrm>
            <a:off x="1745673" y="2336718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9446D182-B9E8-4189-9B80-3B1A81761772}"/>
              </a:ext>
            </a:extLst>
          </p:cNvPr>
          <p:cNvSpPr/>
          <p:nvPr/>
        </p:nvSpPr>
        <p:spPr>
          <a:xfrm>
            <a:off x="1745673" y="2959892"/>
            <a:ext cx="2216727" cy="614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DC2665D3-BFCE-431E-8FBA-D4DCB1100733}"/>
              </a:ext>
            </a:extLst>
          </p:cNvPr>
          <p:cNvSpPr/>
          <p:nvPr/>
        </p:nvSpPr>
        <p:spPr>
          <a:xfrm>
            <a:off x="1745672" y="3599691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78A7A7EE-CCDC-4E01-9221-BB9F10698B6A}"/>
              </a:ext>
            </a:extLst>
          </p:cNvPr>
          <p:cNvSpPr/>
          <p:nvPr/>
        </p:nvSpPr>
        <p:spPr>
          <a:xfrm>
            <a:off x="1745672" y="4204854"/>
            <a:ext cx="2216727" cy="614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B3B3105-AF3D-43AE-B559-19A2E65957BF}"/>
              </a:ext>
            </a:extLst>
          </p:cNvPr>
          <p:cNvSpPr txBox="1"/>
          <p:nvPr/>
        </p:nvSpPr>
        <p:spPr>
          <a:xfrm>
            <a:off x="2424547" y="2461734"/>
            <a:ext cx="123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Paciente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EA3EF85-C0F8-41F5-9FC7-B82AE824A233}"/>
              </a:ext>
            </a:extLst>
          </p:cNvPr>
          <p:cNvSpPr txBox="1"/>
          <p:nvPr/>
        </p:nvSpPr>
        <p:spPr>
          <a:xfrm>
            <a:off x="2507671" y="2985658"/>
            <a:ext cx="1690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Historial </a:t>
            </a:r>
            <a:r>
              <a:rPr lang="es-ES" dirty="0" err="1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Clinico</a:t>
            </a:r>
            <a:endParaRPr lang="es-ES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7895ADF-E112-4C6A-B234-8E8BF6F48767}"/>
              </a:ext>
            </a:extLst>
          </p:cNvPr>
          <p:cNvSpPr txBox="1"/>
          <p:nvPr/>
        </p:nvSpPr>
        <p:spPr>
          <a:xfrm>
            <a:off x="2477895" y="3710603"/>
            <a:ext cx="141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Calendario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A35911C9-758A-42CA-8720-5464F92F012A}"/>
              </a:ext>
            </a:extLst>
          </p:cNvPr>
          <p:cNvSpPr/>
          <p:nvPr/>
        </p:nvSpPr>
        <p:spPr>
          <a:xfrm>
            <a:off x="1745671" y="4833689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2D43E1F-47B8-4307-9826-A87DCB79D1AA}"/>
              </a:ext>
            </a:extLst>
          </p:cNvPr>
          <p:cNvSpPr txBox="1"/>
          <p:nvPr/>
        </p:nvSpPr>
        <p:spPr>
          <a:xfrm>
            <a:off x="2395095" y="5649687"/>
            <a:ext cx="158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Cerra Sesión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557A91-6496-4D01-B568-797966547B2B}"/>
              </a:ext>
            </a:extLst>
          </p:cNvPr>
          <p:cNvSpPr/>
          <p:nvPr/>
        </p:nvSpPr>
        <p:spPr>
          <a:xfrm>
            <a:off x="4453719" y="2959892"/>
            <a:ext cx="4709512" cy="1714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02F99CE-3F58-4EC4-B9FD-48CCE1611054}"/>
              </a:ext>
            </a:extLst>
          </p:cNvPr>
          <p:cNvSpPr/>
          <p:nvPr/>
        </p:nvSpPr>
        <p:spPr>
          <a:xfrm>
            <a:off x="5120285" y="3941753"/>
            <a:ext cx="1205346" cy="54390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ok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2763C9FC-CE76-441B-A0C3-3A1975DDA7F8}"/>
              </a:ext>
            </a:extLst>
          </p:cNvPr>
          <p:cNvSpPr/>
          <p:nvPr/>
        </p:nvSpPr>
        <p:spPr>
          <a:xfrm>
            <a:off x="7483517" y="3927920"/>
            <a:ext cx="1205346" cy="54390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</a:p>
        </p:txBody>
      </p:sp>
      <p:sp>
        <p:nvSpPr>
          <p:cNvPr id="5" name="Signo de multiplicación 4">
            <a:extLst>
              <a:ext uri="{FF2B5EF4-FFF2-40B4-BE49-F238E27FC236}">
                <a16:creationId xmlns:a16="http://schemas.microsoft.com/office/drawing/2014/main" id="{A57E0DF4-1C7E-4C53-9340-915DD9C87510}"/>
              </a:ext>
            </a:extLst>
          </p:cNvPr>
          <p:cNvSpPr/>
          <p:nvPr/>
        </p:nvSpPr>
        <p:spPr>
          <a:xfrm>
            <a:off x="4453719" y="2890404"/>
            <a:ext cx="235528" cy="26352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42304239-80FC-49F8-BE80-584FBA847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488" y="4877981"/>
            <a:ext cx="613407" cy="613407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FF6F9E52-DA7C-45BB-9C56-17A49D6ECC63}"/>
              </a:ext>
            </a:extLst>
          </p:cNvPr>
          <p:cNvSpPr txBox="1"/>
          <p:nvPr/>
        </p:nvSpPr>
        <p:spPr>
          <a:xfrm>
            <a:off x="2462850" y="4984904"/>
            <a:ext cx="158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Configuración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03D61559-35A8-4E3B-8057-4AF0E2857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488" y="4225657"/>
            <a:ext cx="557319" cy="557319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91674B61-E37C-4D39-BE15-51C86A63DFFF}"/>
              </a:ext>
            </a:extLst>
          </p:cNvPr>
          <p:cNvSpPr txBox="1"/>
          <p:nvPr/>
        </p:nvSpPr>
        <p:spPr>
          <a:xfrm>
            <a:off x="2556164" y="4366784"/>
            <a:ext cx="96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Grafico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6" name="Vista general de diapositiva 35">
                <a:extLst>
                  <a:ext uri="{FF2B5EF4-FFF2-40B4-BE49-F238E27FC236}">
                    <a16:creationId xmlns:a16="http://schemas.microsoft.com/office/drawing/2014/main" id="{FA3751B6-A87C-4969-9964-FDA228F9661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14998" y="3578535"/>
              <a:ext cx="621339" cy="621339"/>
            </p:xfrm>
            <a:graphic>
              <a:graphicData uri="http://schemas.microsoft.com/office/powerpoint/2016/slidezoom">
                <pslz:sldZm>
                  <pslz:sldZmObj sldId="258" cId="2433708193">
                    <pslz:zmPr id="{FE55E4D1-068E-41B6-9D4A-AC8616455C1E}" returnToParent="0" imageType="cover" transitionDur="1000">
                      <p166:blipFill xmlns:p166="http://schemas.microsoft.com/office/powerpoint/2016/6/main"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7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21339" cy="621339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6" name="Vista general de diapositiva 35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FA3751B6-A87C-4969-9964-FDA228F966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814998" y="3578535"/>
                <a:ext cx="621339" cy="621339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9" name="Vista general de diapositiva 38">
                <a:extLst>
                  <a:ext uri="{FF2B5EF4-FFF2-40B4-BE49-F238E27FC236}">
                    <a16:creationId xmlns:a16="http://schemas.microsoft.com/office/drawing/2014/main" id="{C3ADEE14-A2BB-4EF4-9D30-39F0C396EC1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03207" y="2980234"/>
              <a:ext cx="621339" cy="621339"/>
            </p:xfrm>
            <a:graphic>
              <a:graphicData uri="http://schemas.microsoft.com/office/powerpoint/2016/slidezoom">
                <pslz:sldZm>
                  <pslz:sldZmObj sldId="259" cId="1056543062">
                    <pslz:zmPr id="{FF5FD424-4F4F-40FE-B088-B261D48D981A}" returnToParent="0" imageType="cover" transitionDur="1000">
                      <p166:blipFill xmlns:p166="http://schemas.microsoft.com/office/powerpoint/2016/6/main"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21339" cy="621339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9" name="Vista general de diapositiva 38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C3ADEE14-A2BB-4EF4-9D30-39F0C396EC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803207" y="2980234"/>
                <a:ext cx="621339" cy="621339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2" name="Vista general de diapositiva 41">
                <a:extLst>
                  <a:ext uri="{FF2B5EF4-FFF2-40B4-BE49-F238E27FC236}">
                    <a16:creationId xmlns:a16="http://schemas.microsoft.com/office/drawing/2014/main" id="{58CADAFD-1803-4C0C-90E5-C4F19DDB54B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37974" y="2349248"/>
              <a:ext cx="587096" cy="587096"/>
            </p:xfrm>
            <a:graphic>
              <a:graphicData uri="http://schemas.microsoft.com/office/powerpoint/2016/slidezoom">
                <pslz:sldZm>
                  <pslz:sldZmObj sldId="260" cId="3243752400">
                    <pslz:zmPr id="{4DE819FF-1222-4B74-9DFB-0B9A644168AD}" returnToParent="0" imageType="cover" transitionDur="1000">
                      <p166:blipFill xmlns:p166="http://schemas.microsoft.com/office/powerpoint/2016/6/main"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3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87096" cy="587096"/>
                        </a:xfrm>
                        <a:prstGeom prst="rect">
                          <a:avLst/>
                        </a:prstGeom>
                        <a:noFill/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2" name="Vista general de diapositiva 41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58CADAFD-1803-4C0C-90E5-C4F19DDB54B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837974" y="2349248"/>
                <a:ext cx="587096" cy="587096"/>
              </a:xfrm>
              <a:prstGeom prst="rect">
                <a:avLst/>
              </a:prstGeom>
              <a:noFill/>
              <a:ln w="3175">
                <a:noFill/>
              </a:ln>
            </p:spPr>
          </p:pic>
        </mc:Fallback>
      </mc:AlternateContent>
      <p:sp>
        <p:nvSpPr>
          <p:cNvPr id="43" name="CuadroTexto 42">
            <a:extLst>
              <a:ext uri="{FF2B5EF4-FFF2-40B4-BE49-F238E27FC236}">
                <a16:creationId xmlns:a16="http://schemas.microsoft.com/office/drawing/2014/main" id="{869FF5C7-4E19-4994-9E9B-6980E073CE4C}"/>
              </a:ext>
            </a:extLst>
          </p:cNvPr>
          <p:cNvSpPr txBox="1"/>
          <p:nvPr/>
        </p:nvSpPr>
        <p:spPr>
          <a:xfrm>
            <a:off x="3041073" y="1951069"/>
            <a:ext cx="1427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+mj-lt"/>
              </a:rPr>
              <a:t>Editar perfil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5" name="Vista general de diapositiva 44">
                <a:extLst>
                  <a:ext uri="{FF2B5EF4-FFF2-40B4-BE49-F238E27FC236}">
                    <a16:creationId xmlns:a16="http://schemas.microsoft.com/office/drawing/2014/main" id="{AF60A092-59D2-4AC7-B6F7-60E1A3A067C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80846" y="1888224"/>
              <a:ext cx="430183" cy="430183"/>
            </p:xfrm>
            <a:graphic>
              <a:graphicData uri="http://schemas.microsoft.com/office/powerpoint/2016/slidezoom">
                <pslz:sldZm>
                  <pslz:sldZmObj sldId="261" cId="1028045781">
                    <pslz:zmPr id="{EED05274-C498-43B9-BF74-C98CE44DE9FE}" returnToParent="0" imageType="cover" transitionDur="1000">
                      <p166:blipFill xmlns:p166="http://schemas.microsoft.com/office/powerpoint/2016/6/main"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6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30183" cy="430183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5" name="Vista general de diapositiva 44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AF60A092-59D2-4AC7-B6F7-60E1A3A067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2580846" y="1888224"/>
                <a:ext cx="430183" cy="430183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3139F7CC-9461-40A1-B405-513532DBB7BB}"/>
              </a:ext>
            </a:extLst>
          </p:cNvPr>
          <p:cNvSpPr txBox="1"/>
          <p:nvPr/>
        </p:nvSpPr>
        <p:spPr>
          <a:xfrm>
            <a:off x="5722958" y="3273410"/>
            <a:ext cx="2410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Desea cerrar sesión?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27CB8B2D-C254-49E2-BD26-0693D2A9EE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11414442"/>
                  </p:ext>
                </p:extLst>
              </p:nvPr>
            </p:nvGraphicFramePr>
            <p:xfrm>
              <a:off x="5004070" y="3631988"/>
              <a:ext cx="1449866" cy="1104128"/>
            </p:xfrm>
            <a:graphic>
              <a:graphicData uri="http://schemas.microsoft.com/office/powerpoint/2016/slidezoom">
                <pslz:sldZm>
                  <pslz:sldZmObj sldId="257" cId="1445761305">
                    <pslz:zmPr id="{6213CA2C-6EDB-4D54-907F-FC1284343002}" returnToParent="0" imageType="cover" transitionDur="1000">
                      <p166:blipFill xmlns:p166="http://schemas.microsoft.com/office/powerpoint/2016/6/main"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49866" cy="1104128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Vista general de diapositiva 6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27CB8B2D-C254-49E2-BD26-0693D2A9EE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04070" y="3631988"/>
                <a:ext cx="1449866" cy="1104128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8" name="Vista general de diapositiva 47">
                <a:extLst>
                  <a:ext uri="{FF2B5EF4-FFF2-40B4-BE49-F238E27FC236}">
                    <a16:creationId xmlns:a16="http://schemas.microsoft.com/office/drawing/2014/main" id="{31E19FA6-E6AB-452D-A3F3-52C36D6B383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14879895"/>
                  </p:ext>
                </p:extLst>
              </p:nvPr>
            </p:nvGraphicFramePr>
            <p:xfrm>
              <a:off x="1908203" y="5542421"/>
              <a:ext cx="528134" cy="528134"/>
            </p:xfrm>
            <a:graphic>
              <a:graphicData uri="http://schemas.microsoft.com/office/powerpoint/2016/slidezoom">
                <pslz:sldZm>
                  <pslz:sldZmObj sldId="262" cId="1968783752">
                    <pslz:zmPr id="{0A3534BB-3DA9-414F-9E9A-D267A268F3B1}" returnToParent="0" imageType="cover" transitionDur="1000">
                      <p166:blipFill xmlns:p166="http://schemas.microsoft.com/office/powerpoint/2016/6/main"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28134" cy="528134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8" name="Vista general de diapositiva 47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31E19FA6-E6AB-452D-A3F3-52C36D6B383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8203" y="5542421"/>
                <a:ext cx="528134" cy="528134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8783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6EBD2DF-A3BF-490C-8E58-2A6C35E77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4FB2406-AE14-4B7F-88D5-6111390BC417}"/>
              </a:ext>
            </a:extLst>
          </p:cNvPr>
          <p:cNvSpPr/>
          <p:nvPr/>
        </p:nvSpPr>
        <p:spPr>
          <a:xfrm>
            <a:off x="1754669" y="994051"/>
            <a:ext cx="8742218" cy="521128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FE6D06D-2020-41C8-8702-A2F687E2EF93}"/>
              </a:ext>
            </a:extLst>
          </p:cNvPr>
          <p:cNvSpPr/>
          <p:nvPr/>
        </p:nvSpPr>
        <p:spPr>
          <a:xfrm>
            <a:off x="1745673" y="955965"/>
            <a:ext cx="8742218" cy="41563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D4D6EA8-DF08-4F20-A165-D913DB3BC9F1}"/>
              </a:ext>
            </a:extLst>
          </p:cNvPr>
          <p:cNvSpPr/>
          <p:nvPr/>
        </p:nvSpPr>
        <p:spPr>
          <a:xfrm>
            <a:off x="1745673" y="1371600"/>
            <a:ext cx="2216727" cy="9559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A767714-E852-4A48-88FA-9C623848A5B2}"/>
              </a:ext>
            </a:extLst>
          </p:cNvPr>
          <p:cNvSpPr/>
          <p:nvPr/>
        </p:nvSpPr>
        <p:spPr>
          <a:xfrm>
            <a:off x="1745673" y="2327565"/>
            <a:ext cx="2216727" cy="3837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Signo de multiplicación 13">
            <a:extLst>
              <a:ext uri="{FF2B5EF4-FFF2-40B4-BE49-F238E27FC236}">
                <a16:creationId xmlns:a16="http://schemas.microsoft.com/office/drawing/2014/main" id="{12ED9F0F-FDF3-4C5A-A45F-406013314147}"/>
              </a:ext>
            </a:extLst>
          </p:cNvPr>
          <p:cNvSpPr/>
          <p:nvPr/>
        </p:nvSpPr>
        <p:spPr>
          <a:xfrm>
            <a:off x="10169236" y="1032165"/>
            <a:ext cx="277091" cy="2632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Signo menos 14">
            <a:extLst>
              <a:ext uri="{FF2B5EF4-FFF2-40B4-BE49-F238E27FC236}">
                <a16:creationId xmlns:a16="http://schemas.microsoft.com/office/drawing/2014/main" id="{6405618B-0F8D-41EA-B507-9A6D7B21A2E6}"/>
              </a:ext>
            </a:extLst>
          </p:cNvPr>
          <p:cNvSpPr/>
          <p:nvPr/>
        </p:nvSpPr>
        <p:spPr>
          <a:xfrm>
            <a:off x="9601200" y="1125682"/>
            <a:ext cx="263236" cy="187034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Marco 15">
            <a:extLst>
              <a:ext uri="{FF2B5EF4-FFF2-40B4-BE49-F238E27FC236}">
                <a16:creationId xmlns:a16="http://schemas.microsoft.com/office/drawing/2014/main" id="{244A4D8F-BA3B-4C39-AD92-8EF74E4A919E}"/>
              </a:ext>
            </a:extLst>
          </p:cNvPr>
          <p:cNvSpPr/>
          <p:nvPr/>
        </p:nvSpPr>
        <p:spPr>
          <a:xfrm>
            <a:off x="9905999" y="1070264"/>
            <a:ext cx="263237" cy="18703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1458E6D-E65C-45A2-A8D8-3381133BA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655" y="1454727"/>
            <a:ext cx="665016" cy="66501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3325C138-8723-4C51-92DE-B4BDD8EC0B42}"/>
              </a:ext>
            </a:extLst>
          </p:cNvPr>
          <p:cNvSpPr txBox="1"/>
          <p:nvPr/>
        </p:nvSpPr>
        <p:spPr>
          <a:xfrm>
            <a:off x="2424547" y="1371599"/>
            <a:ext cx="153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Adobe Gurmukhi" panose="01010101010101010101" pitchFamily="50" charset="0"/>
                <a:cs typeface="Adobe Gurmukhi" panose="01010101010101010101" pitchFamily="50" charset="0"/>
              </a:rPr>
              <a:t>Administrador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D89D1B9-9335-490E-B5AF-A172E0DCE0C8}"/>
              </a:ext>
            </a:extLst>
          </p:cNvPr>
          <p:cNvSpPr txBox="1"/>
          <p:nvPr/>
        </p:nvSpPr>
        <p:spPr>
          <a:xfrm>
            <a:off x="2466109" y="1616284"/>
            <a:ext cx="153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José Luis,villca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852A7A10-03D4-4FC5-A9CC-80273C1B9E88}"/>
              </a:ext>
            </a:extLst>
          </p:cNvPr>
          <p:cNvSpPr/>
          <p:nvPr/>
        </p:nvSpPr>
        <p:spPr>
          <a:xfrm>
            <a:off x="1745673" y="2336718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9446D182-B9E8-4189-9B80-3B1A81761772}"/>
              </a:ext>
            </a:extLst>
          </p:cNvPr>
          <p:cNvSpPr/>
          <p:nvPr/>
        </p:nvSpPr>
        <p:spPr>
          <a:xfrm>
            <a:off x="1745673" y="2959892"/>
            <a:ext cx="2216727" cy="614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DC2665D3-BFCE-431E-8FBA-D4DCB1100733}"/>
              </a:ext>
            </a:extLst>
          </p:cNvPr>
          <p:cNvSpPr/>
          <p:nvPr/>
        </p:nvSpPr>
        <p:spPr>
          <a:xfrm>
            <a:off x="1745672" y="3599691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78A7A7EE-CCDC-4E01-9221-BB9F10698B6A}"/>
              </a:ext>
            </a:extLst>
          </p:cNvPr>
          <p:cNvSpPr/>
          <p:nvPr/>
        </p:nvSpPr>
        <p:spPr>
          <a:xfrm>
            <a:off x="1745672" y="4204854"/>
            <a:ext cx="2216727" cy="614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B3B3105-AF3D-43AE-B559-19A2E65957BF}"/>
              </a:ext>
            </a:extLst>
          </p:cNvPr>
          <p:cNvSpPr txBox="1"/>
          <p:nvPr/>
        </p:nvSpPr>
        <p:spPr>
          <a:xfrm>
            <a:off x="2424547" y="2461734"/>
            <a:ext cx="123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Paciente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EA3EF85-C0F8-41F5-9FC7-B82AE824A233}"/>
              </a:ext>
            </a:extLst>
          </p:cNvPr>
          <p:cNvSpPr txBox="1"/>
          <p:nvPr/>
        </p:nvSpPr>
        <p:spPr>
          <a:xfrm>
            <a:off x="2507671" y="2985658"/>
            <a:ext cx="1690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Historial </a:t>
            </a:r>
            <a:r>
              <a:rPr lang="es-ES" dirty="0" err="1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Clinico</a:t>
            </a:r>
            <a:endParaRPr lang="es-ES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7895ADF-E112-4C6A-B234-8E8BF6F48767}"/>
              </a:ext>
            </a:extLst>
          </p:cNvPr>
          <p:cNvSpPr txBox="1"/>
          <p:nvPr/>
        </p:nvSpPr>
        <p:spPr>
          <a:xfrm>
            <a:off x="2477895" y="3710603"/>
            <a:ext cx="141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Calendario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A35911C9-758A-42CA-8720-5464F92F012A}"/>
              </a:ext>
            </a:extLst>
          </p:cNvPr>
          <p:cNvSpPr/>
          <p:nvPr/>
        </p:nvSpPr>
        <p:spPr>
          <a:xfrm>
            <a:off x="1745671" y="4833689"/>
            <a:ext cx="2216727" cy="61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2D43E1F-47B8-4307-9826-A87DCB79D1AA}"/>
              </a:ext>
            </a:extLst>
          </p:cNvPr>
          <p:cNvSpPr txBox="1"/>
          <p:nvPr/>
        </p:nvSpPr>
        <p:spPr>
          <a:xfrm>
            <a:off x="2395095" y="5649687"/>
            <a:ext cx="158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Cerra Sesión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0" name="Vista general de diapositiva 59">
                <a:extLst>
                  <a:ext uri="{FF2B5EF4-FFF2-40B4-BE49-F238E27FC236}">
                    <a16:creationId xmlns:a16="http://schemas.microsoft.com/office/drawing/2014/main" id="{9FD9FF0E-5A53-41AF-ADA1-131C459B788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41882279"/>
                  </p:ext>
                </p:extLst>
              </p:nvPr>
            </p:nvGraphicFramePr>
            <p:xfrm>
              <a:off x="1814998" y="3578535"/>
              <a:ext cx="621339" cy="621339"/>
            </p:xfrm>
            <a:graphic>
              <a:graphicData uri="http://schemas.microsoft.com/office/powerpoint/2016/slidezoom">
                <pslz:sldZm>
                  <pslz:sldZmObj sldId="258" cId="2433708193">
                    <pslz:zmPr id="{FE55E4D1-068E-41B6-9D4A-AC8616455C1E}" returnToParent="0" imageType="cover" transitionDur="1000">
                      <p166:blipFill xmlns:p166="http://schemas.microsoft.com/office/powerpoint/2016/6/main"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5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21339" cy="621339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0" name="Vista general de diapositiva 59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9FD9FF0E-5A53-41AF-ADA1-131C459B78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814998" y="3578535"/>
                <a:ext cx="621339" cy="621339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2" name="Vista general de diapositiva 61">
                <a:extLst>
                  <a:ext uri="{FF2B5EF4-FFF2-40B4-BE49-F238E27FC236}">
                    <a16:creationId xmlns:a16="http://schemas.microsoft.com/office/drawing/2014/main" id="{DD70DB1B-B9C5-49E8-A5EF-DB9B3F43AE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40907444"/>
                  </p:ext>
                </p:extLst>
              </p:nvPr>
            </p:nvGraphicFramePr>
            <p:xfrm>
              <a:off x="1803207" y="2980234"/>
              <a:ext cx="621339" cy="621339"/>
            </p:xfrm>
            <a:graphic>
              <a:graphicData uri="http://schemas.microsoft.com/office/powerpoint/2016/slidezoom">
                <pslz:sldZm>
                  <pslz:sldZmObj sldId="259" cId="1056543062">
                    <pslz:zmPr id="{FF5FD424-4F4F-40FE-B088-B261D48D981A}" returnToParent="0" imageType="cover" transitionDur="1000">
                      <p166:blipFill xmlns:p166="http://schemas.microsoft.com/office/powerpoint/2016/6/main"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8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21339" cy="621339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2" name="Vista general de diapositiva 61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DD70DB1B-B9C5-49E8-A5EF-DB9B3F43AE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803207" y="2980234"/>
                <a:ext cx="621339" cy="621339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4" name="Vista general de diapositiva 63">
                <a:extLst>
                  <a:ext uri="{FF2B5EF4-FFF2-40B4-BE49-F238E27FC236}">
                    <a16:creationId xmlns:a16="http://schemas.microsoft.com/office/drawing/2014/main" id="{5DF5CDD2-6489-46DD-AFBA-9C476FC334E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45824063"/>
                  </p:ext>
                </p:extLst>
              </p:nvPr>
            </p:nvGraphicFramePr>
            <p:xfrm>
              <a:off x="1837974" y="2349248"/>
              <a:ext cx="587096" cy="587096"/>
            </p:xfrm>
            <a:graphic>
              <a:graphicData uri="http://schemas.microsoft.com/office/powerpoint/2016/slidezoom">
                <pslz:sldZm>
                  <pslz:sldZmObj sldId="260" cId="3243752400">
                    <pslz:zmPr id="{4DE819FF-1222-4B74-9DFB-0B9A644168AD}" returnToParent="0" imageType="cover" transitionDur="1000">
                      <p166:blipFill xmlns:p166="http://schemas.microsoft.com/office/powerpoint/2016/6/main"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1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87096" cy="587096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4" name="Vista general de diapositiva 63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5DF5CDD2-6489-46DD-AFBA-9C476FC334E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837974" y="2349248"/>
                <a:ext cx="587096" cy="587096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p:sp>
        <p:nvSpPr>
          <p:cNvPr id="65" name="CuadroTexto 64">
            <a:extLst>
              <a:ext uri="{FF2B5EF4-FFF2-40B4-BE49-F238E27FC236}">
                <a16:creationId xmlns:a16="http://schemas.microsoft.com/office/drawing/2014/main" id="{449C0726-8177-4464-A730-13C3FCE12733}"/>
              </a:ext>
            </a:extLst>
          </p:cNvPr>
          <p:cNvSpPr txBox="1"/>
          <p:nvPr/>
        </p:nvSpPr>
        <p:spPr>
          <a:xfrm>
            <a:off x="3041073" y="1951069"/>
            <a:ext cx="1427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+mj-lt"/>
              </a:rPr>
              <a:t>Editar perfil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6A793FFB-458B-4095-A253-51392D72D4F9}"/>
              </a:ext>
            </a:extLst>
          </p:cNvPr>
          <p:cNvSpPr/>
          <p:nvPr/>
        </p:nvSpPr>
        <p:spPr>
          <a:xfrm>
            <a:off x="7130232" y="1372873"/>
            <a:ext cx="3316095" cy="4793674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B8EE3F-8FE8-45E4-B5A9-D7F34A64EF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552" y="1967300"/>
            <a:ext cx="955966" cy="95596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EE4ADFA-41A6-42B5-A892-6028B690351A}"/>
              </a:ext>
            </a:extLst>
          </p:cNvPr>
          <p:cNvSpPr txBox="1"/>
          <p:nvPr/>
        </p:nvSpPr>
        <p:spPr>
          <a:xfrm>
            <a:off x="4237999" y="3011650"/>
            <a:ext cx="26297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</a:rPr>
              <a:t>Nombre del usuario: </a:t>
            </a:r>
          </a:p>
          <a:p>
            <a:r>
              <a:rPr lang="es-ES" sz="1400" dirty="0">
                <a:solidFill>
                  <a:schemeClr val="bg1"/>
                </a:solidFill>
              </a:rPr>
              <a:t>Jhoset69</a:t>
            </a:r>
          </a:p>
          <a:p>
            <a:endParaRPr lang="es-ES" sz="1400" dirty="0">
              <a:solidFill>
                <a:schemeClr val="bg1"/>
              </a:solidFill>
            </a:endParaRPr>
          </a:p>
          <a:p>
            <a:r>
              <a:rPr lang="es-ES" sz="1400" dirty="0">
                <a:solidFill>
                  <a:schemeClr val="bg1"/>
                </a:solidFill>
              </a:rPr>
              <a:t>Nombre:</a:t>
            </a:r>
          </a:p>
          <a:p>
            <a:r>
              <a:rPr lang="es-ES" sz="1400" dirty="0">
                <a:solidFill>
                  <a:schemeClr val="bg1"/>
                </a:solidFill>
              </a:rPr>
              <a:t>José Luis </a:t>
            </a:r>
          </a:p>
          <a:p>
            <a:endParaRPr lang="es-ES" sz="1400" dirty="0">
              <a:solidFill>
                <a:schemeClr val="bg1"/>
              </a:solidFill>
            </a:endParaRPr>
          </a:p>
          <a:p>
            <a:r>
              <a:rPr lang="es-ES" sz="1400" dirty="0">
                <a:solidFill>
                  <a:schemeClr val="bg1"/>
                </a:solidFill>
              </a:rPr>
              <a:t>Apellido Paterno , materno:</a:t>
            </a:r>
          </a:p>
          <a:p>
            <a:r>
              <a:rPr lang="es-ES" sz="1400" dirty="0">
                <a:solidFill>
                  <a:schemeClr val="bg1"/>
                </a:solidFill>
              </a:rPr>
              <a:t>Choquevillca villca </a:t>
            </a:r>
          </a:p>
          <a:p>
            <a:endParaRPr lang="es-ES" sz="1400" dirty="0">
              <a:solidFill>
                <a:schemeClr val="bg1"/>
              </a:solidFill>
            </a:endParaRPr>
          </a:p>
          <a:p>
            <a:r>
              <a:rPr lang="es-ES" sz="1400" dirty="0">
                <a:solidFill>
                  <a:schemeClr val="bg1"/>
                </a:solidFill>
              </a:rPr>
              <a:t>Correo electrónico:</a:t>
            </a:r>
          </a:p>
          <a:p>
            <a:r>
              <a:rPr lang="es-ES" sz="1400" dirty="0">
                <a:solidFill>
                  <a:schemeClr val="bg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Choque151.jlc@gmail.com</a:t>
            </a:r>
            <a:endParaRPr lang="es-ES" sz="1400" dirty="0">
              <a:solidFill>
                <a:schemeClr val="bg1"/>
              </a:solidFill>
            </a:endParaRPr>
          </a:p>
          <a:p>
            <a:endParaRPr lang="es-ES" sz="1400" dirty="0">
              <a:solidFill>
                <a:schemeClr val="bg1"/>
              </a:solidFill>
            </a:endParaRPr>
          </a:p>
          <a:p>
            <a:r>
              <a:rPr lang="es-ES" sz="1400" dirty="0">
                <a:solidFill>
                  <a:schemeClr val="bg1"/>
                </a:solidFill>
              </a:rPr>
              <a:t>Posición:</a:t>
            </a:r>
          </a:p>
          <a:p>
            <a:r>
              <a:rPr lang="es-ES" sz="1400" dirty="0">
                <a:solidFill>
                  <a:schemeClr val="bg1"/>
                </a:solidFill>
              </a:rPr>
              <a:t>Administrador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130170-BA1C-4F41-A37A-398FC3300936}"/>
              </a:ext>
            </a:extLst>
          </p:cNvPr>
          <p:cNvSpPr txBox="1"/>
          <p:nvPr/>
        </p:nvSpPr>
        <p:spPr>
          <a:xfrm>
            <a:off x="7884271" y="1480250"/>
            <a:ext cx="1906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Editar mis Datos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7176FD5-4A53-4D47-BE77-944BEE208683}"/>
              </a:ext>
            </a:extLst>
          </p:cNvPr>
          <p:cNvSpPr txBox="1"/>
          <p:nvPr/>
        </p:nvSpPr>
        <p:spPr>
          <a:xfrm>
            <a:off x="7444562" y="1849582"/>
            <a:ext cx="2203039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Nombre del usuario: </a:t>
            </a:r>
          </a:p>
          <a:p>
            <a:r>
              <a:rPr lang="es-ES" sz="1400" dirty="0">
                <a:highlight>
                  <a:srgbClr val="C0C0C0"/>
                </a:highlight>
              </a:rPr>
              <a:t>Jhoset69</a:t>
            </a:r>
          </a:p>
          <a:p>
            <a:r>
              <a:rPr lang="es-ES" sz="1400" dirty="0"/>
              <a:t>Nombre:</a:t>
            </a:r>
          </a:p>
          <a:p>
            <a:r>
              <a:rPr lang="es-ES" sz="1400" dirty="0">
                <a:highlight>
                  <a:srgbClr val="C0C0C0"/>
                </a:highlight>
              </a:rPr>
              <a:t>José Luis </a:t>
            </a:r>
          </a:p>
          <a:p>
            <a:r>
              <a:rPr lang="es-ES" sz="1400" dirty="0"/>
              <a:t>Apellido Paterno , materno:</a:t>
            </a:r>
          </a:p>
          <a:p>
            <a:r>
              <a:rPr lang="es-ES" sz="1400" dirty="0">
                <a:highlight>
                  <a:srgbClr val="C0C0C0"/>
                </a:highlight>
              </a:rPr>
              <a:t>Choquevillca villca </a:t>
            </a:r>
          </a:p>
          <a:p>
            <a:r>
              <a:rPr lang="es-ES" sz="1400" dirty="0"/>
              <a:t>E-Mail:</a:t>
            </a:r>
          </a:p>
          <a:p>
            <a:r>
              <a:rPr lang="es-ES" sz="1400" dirty="0">
                <a:highlight>
                  <a:srgbClr val="C0C0C0"/>
                </a:highlight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Choque151.jlc@gmail.com</a:t>
            </a:r>
            <a:endParaRPr lang="es-ES" sz="1400" dirty="0">
              <a:highlight>
                <a:srgbClr val="C0C0C0"/>
              </a:highlight>
            </a:endParaRPr>
          </a:p>
          <a:p>
            <a:r>
              <a:rPr lang="es-ES" sz="1400" dirty="0"/>
              <a:t>Contraseña:</a:t>
            </a:r>
          </a:p>
          <a:p>
            <a:r>
              <a:rPr lang="es-ES" sz="1400" dirty="0">
                <a:highlight>
                  <a:srgbClr val="C0C0C0"/>
                </a:highlight>
              </a:rPr>
              <a:t>**************</a:t>
            </a:r>
          </a:p>
          <a:p>
            <a:r>
              <a:rPr lang="es-ES" sz="1400" dirty="0"/>
              <a:t>Confirmar Contraseña:</a:t>
            </a:r>
          </a:p>
          <a:p>
            <a:r>
              <a:rPr lang="es-ES" sz="1400" dirty="0">
                <a:highlight>
                  <a:srgbClr val="C0C0C0"/>
                </a:highlight>
              </a:rPr>
              <a:t>**************</a:t>
            </a:r>
          </a:p>
          <a:p>
            <a:r>
              <a:rPr lang="es-ES" sz="1400" dirty="0"/>
              <a:t>Contraseña Actual:</a:t>
            </a:r>
          </a:p>
          <a:p>
            <a:r>
              <a:rPr lang="es-ES" sz="1400" dirty="0">
                <a:highlight>
                  <a:srgbClr val="C0C0C0"/>
                </a:highlight>
              </a:rPr>
              <a:t>*****************</a:t>
            </a:r>
          </a:p>
          <a:p>
            <a:endParaRPr lang="es-ES" dirty="0">
              <a:highlight>
                <a:srgbClr val="C0C0C0"/>
              </a:highlight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8E117987-951C-4A29-8CDE-04FCD8A41804}"/>
              </a:ext>
            </a:extLst>
          </p:cNvPr>
          <p:cNvSpPr/>
          <p:nvPr/>
        </p:nvSpPr>
        <p:spPr>
          <a:xfrm>
            <a:off x="8882369" y="5107262"/>
            <a:ext cx="1347772" cy="49719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F0C810A0-02AD-46FB-BD95-2C924ABFA5A4}"/>
              </a:ext>
            </a:extLst>
          </p:cNvPr>
          <p:cNvSpPr/>
          <p:nvPr/>
        </p:nvSpPr>
        <p:spPr>
          <a:xfrm>
            <a:off x="7689974" y="5107262"/>
            <a:ext cx="1038542" cy="49719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Guardar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CF9D3AC-6817-46F1-8D59-9EFB1D07C24E}"/>
              </a:ext>
            </a:extLst>
          </p:cNvPr>
          <p:cNvSpPr txBox="1"/>
          <p:nvPr/>
        </p:nvSpPr>
        <p:spPr>
          <a:xfrm>
            <a:off x="4991964" y="1494716"/>
            <a:ext cx="1283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Mi Perfil</a:t>
            </a:r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42304239-80FC-49F8-BE80-584FBA84756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975" y="4836866"/>
            <a:ext cx="613407" cy="613407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FF6F9E52-DA7C-45BB-9C56-17A49D6ECC63}"/>
              </a:ext>
            </a:extLst>
          </p:cNvPr>
          <p:cNvSpPr txBox="1"/>
          <p:nvPr/>
        </p:nvSpPr>
        <p:spPr>
          <a:xfrm>
            <a:off x="2436337" y="4943789"/>
            <a:ext cx="158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Configuración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03D61559-35A8-4E3B-8057-4AF0E2857E6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841" y="4221320"/>
            <a:ext cx="557319" cy="557319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91674B61-E37C-4D39-BE15-51C86A63DFFF}"/>
              </a:ext>
            </a:extLst>
          </p:cNvPr>
          <p:cNvSpPr txBox="1"/>
          <p:nvPr/>
        </p:nvSpPr>
        <p:spPr>
          <a:xfrm>
            <a:off x="2553731" y="4335529"/>
            <a:ext cx="96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Grafico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3" name="Vista general de diapositiva 42">
                <a:extLst>
                  <a:ext uri="{FF2B5EF4-FFF2-40B4-BE49-F238E27FC236}">
                    <a16:creationId xmlns:a16="http://schemas.microsoft.com/office/drawing/2014/main" id="{0A28F2A2-2DCC-44B4-8A98-E1D0E3DDB6B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14879895"/>
                  </p:ext>
                </p:extLst>
              </p:nvPr>
            </p:nvGraphicFramePr>
            <p:xfrm>
              <a:off x="1908203" y="5542421"/>
              <a:ext cx="528134" cy="528134"/>
            </p:xfrm>
            <a:graphic>
              <a:graphicData uri="http://schemas.microsoft.com/office/powerpoint/2016/slidezoom">
                <pslz:sldZm>
                  <pslz:sldZmObj sldId="262" cId="1968783752">
                    <pslz:zmPr id="{0A3534BB-3DA9-414F-9E9A-D267A268F3B1}" returnToParent="0" imageType="cover" transitionDur="1000">
                      <p166:blipFill xmlns:p166="http://schemas.microsoft.com/office/powerpoint/2016/6/main"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28134" cy="528134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3" name="Vista general de diapositiva 42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0A28F2A2-2DCC-44B4-8A98-E1D0E3DDB6B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8203" y="5542421"/>
                <a:ext cx="528134" cy="528134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5" name="Vista general de diapositiva 44">
                <a:extLst>
                  <a:ext uri="{FF2B5EF4-FFF2-40B4-BE49-F238E27FC236}">
                    <a16:creationId xmlns:a16="http://schemas.microsoft.com/office/drawing/2014/main" id="{5698EF53-3D0A-4B3E-9E02-B18762C07A2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9927138"/>
                  </p:ext>
                </p:extLst>
              </p:nvPr>
            </p:nvGraphicFramePr>
            <p:xfrm>
              <a:off x="2580846" y="1888224"/>
              <a:ext cx="430183" cy="430183"/>
            </p:xfrm>
            <a:graphic>
              <a:graphicData uri="http://schemas.microsoft.com/office/powerpoint/2016/slidezoom">
                <pslz:sldZm>
                  <pslz:sldZmObj sldId="261" cId="1028045781">
                    <pslz:zmPr id="{EED05274-C498-43B9-BF74-C98CE44DE9FE}" returnToParent="0" imageType="cover" transitionDur="1000">
                      <p166:blipFill xmlns:p166="http://schemas.microsoft.com/office/powerpoint/2016/6/main"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2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30183" cy="430183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5" name="Vista general de diapositiva 44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5698EF53-3D0A-4B3E-9E02-B18762C07A2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2580846" y="1888224"/>
                <a:ext cx="430183" cy="430183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80457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189</Words>
  <Application>Microsoft Office PowerPoint</Application>
  <PresentationFormat>Panorámica</PresentationFormat>
  <Paragraphs>104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Adobe Fangsong Std R</vt:lpstr>
      <vt:lpstr>Adobe Gothic Std B</vt:lpstr>
      <vt:lpstr>Adobe Gurmukhi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TuSoft</dc:creator>
  <cp:lastModifiedBy>TuSoft</cp:lastModifiedBy>
  <cp:revision>32</cp:revision>
  <dcterms:created xsi:type="dcterms:W3CDTF">2020-06-12T16:38:15Z</dcterms:created>
  <dcterms:modified xsi:type="dcterms:W3CDTF">2020-06-12T22:32:42Z</dcterms:modified>
</cp:coreProperties>
</file>