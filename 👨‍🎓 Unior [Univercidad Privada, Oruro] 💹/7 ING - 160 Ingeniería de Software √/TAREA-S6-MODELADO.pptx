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074E4-EEBA-43EA-BA43-7A0EC7F65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5B536-FE70-4709-855A-1409EEDBC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51587B-6855-49C4-AD4C-B63CE494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985A95-F313-4BAF-8D94-0BAC8C1A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EBC94-37A8-4248-9A43-FB88E39E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345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E37FD-F8E1-443F-9A42-993687AB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E065A-B548-4F75-8B59-E7937129F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597AE-D1A1-4F55-B9B9-335435E0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8D9464-D0DE-4BCF-B1B4-461C55F4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E125FC-461D-4CED-97DB-90D9D63F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557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1D393-BA6A-4EE6-8016-4254DA8D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AF58D6-4F33-4F1E-85B3-9C88E90D2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4DC7EA-649E-4373-BE10-EEE8BAEE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8C4EAE-1C43-4477-A71E-E918866D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BE8E1B-2A2F-4EDB-8C59-38C83758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437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27D9B-CEE9-41F1-9B96-C28C335C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C1D33A-59C1-4775-94ED-BC992E251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C5D321-AFFE-4D59-B973-C75141B89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F2CE84-DB00-4FFB-BCB7-BDD23D02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3C5DE8-559B-4BD1-9187-BFDB9E35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707E34-2EFF-4628-9C4F-005810C1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501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63391-F9F6-4B32-A682-C362404E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61E763-4243-4150-B2A8-9BDF94199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B77A0D-0A87-422E-917F-C00C735B1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DE102B-14A2-4668-83B2-4A7E72B15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6FFC28-1F98-41D0-AF66-1878D9B4D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E569C7-4DAA-4ACE-B12A-FDF4407E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2F9174-5BFA-44EC-A4C8-9A2E331F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2A5569-FCC8-44B8-BBD0-E7A657E0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778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5304A-A91E-4AFA-BEAD-4FC5A403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57E1DB-AE95-4E5E-85A4-D585523B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22DB3F-9705-4F86-9258-B7B579EE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20BF5F-E9B4-42BA-ADB3-5807C2A3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351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EB21564-2632-46CE-8BA6-BE14D4C0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4AB5BB-20CA-49BF-AD54-E3AF0B21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4E9819-B10D-4E22-89DE-8BAC7576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1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D9BFF-8258-4427-93AA-ADB4A205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BE9FDA-34A8-4D41-9957-C22B5F92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07C2D7-068C-45F4-A054-47AF2AAF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D52B51-53C3-47D3-9DDE-EFCDF28F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3F43E-30FB-4631-8176-B7F1439B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077581-FA1D-4A9A-8FE2-DEE647BB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052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C783E-86B6-40DA-9950-D746F00F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BDA655-CA60-4BF3-B727-F5B71DADA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077742-3CF2-40A8-A951-EA15C4D6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113B15-43FA-495C-BDA7-6971CB7B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B9E523-EDFF-422F-9424-8289840A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F0C449-A1A8-467E-911D-D239DDE9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069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50F65-134F-4735-A108-3A8ED2E9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3D530B-64A5-43B2-B479-5101FD879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CB93C-DA9B-4252-96E7-55013D8A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D20BD-E6B4-4240-9E45-A5580491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CE2376-E0F5-48E1-B615-9934F795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885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D2D15F-C495-4D9D-88B1-9426721C5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9F506D-DD19-4B3D-9AD5-7D99E4D43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C8AFF9-B010-44DA-B8F1-A51F6084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4CCD94-6E64-49B5-9F5E-23D7823E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5EA059-9AF9-4B88-9CAD-74436830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726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FE347-AE99-46F3-A476-A3501AAD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73CA5C-B147-47BB-B71B-541379004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3E98A7-898D-4C5C-8D34-9FB6867AF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189F3-1EB4-4E06-B0FD-7363894D1F8F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499467-CA9B-4029-9CA2-71580751A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172FEF-61CA-47B9-99EC-1A5EB744B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0100-5EF5-4042-97AC-6DBDD8797CA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724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AC4113C4-FFEC-489E-AF91-390A7DE0C130}"/>
              </a:ext>
            </a:extLst>
          </p:cNvPr>
          <p:cNvSpPr/>
          <p:nvPr/>
        </p:nvSpPr>
        <p:spPr>
          <a:xfrm>
            <a:off x="942108" y="1149926"/>
            <a:ext cx="2466109" cy="11360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Id ESTUDIANTE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DACF76-BA02-4AF6-A389-593119271F05}"/>
              </a:ext>
            </a:extLst>
          </p:cNvPr>
          <p:cNvSpPr/>
          <p:nvPr/>
        </p:nvSpPr>
        <p:spPr>
          <a:xfrm>
            <a:off x="1094509" y="3255818"/>
            <a:ext cx="1870364" cy="5541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ESTUDIANTE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22574BB-9CBC-4A18-A582-503E279C5C93}"/>
              </a:ext>
            </a:extLst>
          </p:cNvPr>
          <p:cNvSpPr/>
          <p:nvPr/>
        </p:nvSpPr>
        <p:spPr>
          <a:xfrm>
            <a:off x="942108" y="5334000"/>
            <a:ext cx="2660073" cy="98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DOD.ESTUDIANTE</a:t>
            </a:r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A087E398-1DA1-4591-AE89-0EC4C8E99A59}"/>
              </a:ext>
            </a:extLst>
          </p:cNvPr>
          <p:cNvSpPr/>
          <p:nvPr/>
        </p:nvSpPr>
        <p:spPr>
          <a:xfrm>
            <a:off x="4558145" y="2286000"/>
            <a:ext cx="2618509" cy="184265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 CUPOS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D6833E-DF42-4C60-BC3D-744ED2C705B4}"/>
              </a:ext>
            </a:extLst>
          </p:cNvPr>
          <p:cNvSpPr/>
          <p:nvPr/>
        </p:nvSpPr>
        <p:spPr>
          <a:xfrm>
            <a:off x="5160818" y="5548745"/>
            <a:ext cx="1870364" cy="5541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VACANES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A76CDE0-B94E-42B1-9CA5-A9EF0705ACA3}"/>
              </a:ext>
            </a:extLst>
          </p:cNvPr>
          <p:cNvSpPr/>
          <p:nvPr/>
        </p:nvSpPr>
        <p:spPr>
          <a:xfrm>
            <a:off x="8950036" y="3151909"/>
            <a:ext cx="1870364" cy="55418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MATERIA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C5111ED-3E37-4229-B1B8-6AEDDA8138D8}"/>
              </a:ext>
            </a:extLst>
          </p:cNvPr>
          <p:cNvSpPr/>
          <p:nvPr/>
        </p:nvSpPr>
        <p:spPr>
          <a:xfrm>
            <a:off x="8520544" y="1149925"/>
            <a:ext cx="2299856" cy="10875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ID_MATERIA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1E354AB-9527-452A-BC23-216D38B7FFBD}"/>
              </a:ext>
            </a:extLst>
          </p:cNvPr>
          <p:cNvSpPr/>
          <p:nvPr/>
        </p:nvSpPr>
        <p:spPr>
          <a:xfrm>
            <a:off x="8950035" y="4946073"/>
            <a:ext cx="2161309" cy="1371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COD.MATIAS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ACB24C9-8E00-46E6-A243-8ADD44E2EE38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2029691" y="2285999"/>
            <a:ext cx="145472" cy="969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F674FE1-FC8F-4FEF-8103-5ADEC08C4A8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964873" y="3207325"/>
            <a:ext cx="1593272" cy="325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A75CEAD-DAFE-4AEA-AAE8-EC1B965A6F15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>
            <a:off x="9670472" y="2237508"/>
            <a:ext cx="214746" cy="914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D6113F9-E378-4C1C-B73E-8F645571927C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 flipV="1">
            <a:off x="7176654" y="3207325"/>
            <a:ext cx="1773382" cy="22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A94D71C-1082-40BB-AC7A-8C9780955B1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867400" y="4128650"/>
            <a:ext cx="228600" cy="1420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71AE2AF-7047-474D-859B-AF552FB812C7}"/>
              </a:ext>
            </a:extLst>
          </p:cNvPr>
          <p:cNvCxnSpPr>
            <a:cxnSpLocks/>
            <a:stCxn id="8" idx="1"/>
            <a:endCxn id="6" idx="6"/>
          </p:cNvCxnSpPr>
          <p:nvPr/>
        </p:nvCxnSpPr>
        <p:spPr>
          <a:xfrm flipH="1">
            <a:off x="3602181" y="5825836"/>
            <a:ext cx="155863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83B94C7-3C1A-4871-A560-D26CC6CB3C8C}"/>
              </a:ext>
            </a:extLst>
          </p:cNvPr>
          <p:cNvCxnSpPr>
            <a:cxnSpLocks/>
            <a:stCxn id="8" idx="3"/>
            <a:endCxn id="11" idx="2"/>
          </p:cNvCxnSpPr>
          <p:nvPr/>
        </p:nvCxnSpPr>
        <p:spPr>
          <a:xfrm flipV="1">
            <a:off x="7031182" y="5631873"/>
            <a:ext cx="1918853" cy="19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289D025-C74D-4184-B720-87D043A42F90}"/>
              </a:ext>
            </a:extLst>
          </p:cNvPr>
          <p:cNvSpPr txBox="1"/>
          <p:nvPr/>
        </p:nvSpPr>
        <p:spPr>
          <a:xfrm>
            <a:off x="3408217" y="2715491"/>
            <a:ext cx="74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[1:N]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47EA89D-1C69-4A37-8B1F-CBD384ACF44E}"/>
              </a:ext>
            </a:extLst>
          </p:cNvPr>
          <p:cNvSpPr txBox="1"/>
          <p:nvPr/>
        </p:nvSpPr>
        <p:spPr>
          <a:xfrm>
            <a:off x="7495309" y="2438400"/>
            <a:ext cx="8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[1:M]</a:t>
            </a:r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6FD12559-31D2-4383-89AB-A719DB91419C}"/>
              </a:ext>
            </a:extLst>
          </p:cNvPr>
          <p:cNvCxnSpPr>
            <a:cxnSpLocks/>
            <a:stCxn id="51" idx="0"/>
            <a:endCxn id="52" idx="0"/>
          </p:cNvCxnSpPr>
          <p:nvPr/>
        </p:nvCxnSpPr>
        <p:spPr>
          <a:xfrm rot="5400000" flipH="1" flipV="1">
            <a:off x="5708073" y="512619"/>
            <a:ext cx="277091" cy="4128655"/>
          </a:xfrm>
          <a:prstGeom prst="bentConnector3">
            <a:avLst>
              <a:gd name="adj1" fmla="val 1825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C76CFC8-DB3B-4BD1-A8E9-C9BC6263EA3A}"/>
              </a:ext>
            </a:extLst>
          </p:cNvPr>
          <p:cNvSpPr txBox="1"/>
          <p:nvPr/>
        </p:nvSpPr>
        <p:spPr>
          <a:xfrm>
            <a:off x="5375563" y="1607127"/>
            <a:ext cx="9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[N:M]</a:t>
            </a:r>
          </a:p>
        </p:txBody>
      </p:sp>
    </p:spTree>
    <p:extLst>
      <p:ext uri="{BB962C8B-B14F-4D97-AF65-F5344CB8AC3E}">
        <p14:creationId xmlns:p14="http://schemas.microsoft.com/office/powerpoint/2010/main" val="2344368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TuSoft</dc:creator>
  <cp:lastModifiedBy>TuSoft</cp:lastModifiedBy>
  <cp:revision>3</cp:revision>
  <dcterms:created xsi:type="dcterms:W3CDTF">2020-06-08T18:57:16Z</dcterms:created>
  <dcterms:modified xsi:type="dcterms:W3CDTF">2020-06-08T19:27:48Z</dcterms:modified>
</cp:coreProperties>
</file>