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uSoft" initials="T" lastIdx="1" clrIdx="0">
    <p:extLst>
      <p:ext uri="{19B8F6BF-5375-455C-9EA6-DF929625EA0E}">
        <p15:presenceInfo xmlns:p15="http://schemas.microsoft.com/office/powerpoint/2012/main" userId="TuSof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4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8T20:01:58.083" idx="1">
    <p:pos x="1641" y="1004"/>
    <p:text/>
    <p:extLst>
      <p:ext uri="{C676402C-5697-4E1C-873F-D02D1690AC5C}">
        <p15:threadingInfo xmlns:p15="http://schemas.microsoft.com/office/powerpoint/2012/main" timeZoneBias="-12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CCF781-12FC-4697-BA46-48B2CAB1A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646ED7-5FD3-4921-A85C-3E8FFE43F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2C2AC4-C2FE-49D6-ADD0-6D5E83FB6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51869-DB69-423A-8D59-F9501E7A7B7B}" type="datetimeFigureOut">
              <a:rPr lang="es-ES" smtClean="0"/>
              <a:t>08/06/2020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0736B1-EEAB-498D-944A-72D9B0DED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DF6AAE-D638-424B-8EC2-E12570005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70B8D-51BA-4225-ABB3-CB22B89B87D1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92149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1F90DC-7153-4F76-AAF5-4D48DFCD2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1D98DF-5DA2-48F1-A18E-0B8ECB957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61FED0-E7D8-4B5D-91AE-859CE9EF8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51869-DB69-423A-8D59-F9501E7A7B7B}" type="datetimeFigureOut">
              <a:rPr lang="es-ES" smtClean="0"/>
              <a:t>08/06/2020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D761DA-7034-4C9D-BC48-E8C05A363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5A3EB7-94B5-45D8-91D5-12F317DB3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70B8D-51BA-4225-ABB3-CB22B89B87D1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50446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8DFAC4-AD61-4C32-AEEA-C5980AAB0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2C4764B-3AED-47EA-BD8F-A2BA9B2A16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C8F7BD-A506-4B66-83BA-A3B8B469C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51869-DB69-423A-8D59-F9501E7A7B7B}" type="datetimeFigureOut">
              <a:rPr lang="es-ES" smtClean="0"/>
              <a:t>08/06/2020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52F6DF-1192-4BC8-BFE4-C2A01C2AE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CDEC92-44E7-49D9-92C3-D04850EC0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70B8D-51BA-4225-ABB3-CB22B89B87D1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90900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682A97-2E0D-4331-AA0B-F82E8DDD9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448643-4940-4FDE-97BC-F3DFD803F7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5CFC184-4B82-42DE-8111-A01594A12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9D04434-D060-4BB8-8311-012FB4929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51869-DB69-423A-8D59-F9501E7A7B7B}" type="datetimeFigureOut">
              <a:rPr lang="es-ES" smtClean="0"/>
              <a:t>08/06/2020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B257BCF-51A3-4B23-99C5-C73A8F29B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E1A77B-7818-4D70-B617-9FAA0CBFD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70B8D-51BA-4225-ABB3-CB22B89B87D1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43498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6610AB-89C5-43BB-AF10-21E6A07A5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81EFA8-0FDC-465B-AB3F-E188ECAC9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AEAEF9E-2542-4009-9FFC-593C65B6F5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885D592-E029-483B-B8EC-AC8482BAF4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5252B6D-0CD6-4B12-91ED-4DC81CFB5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D2C71EE-EF3C-4F7E-9AB0-12A03BD0C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51869-DB69-423A-8D59-F9501E7A7B7B}" type="datetimeFigureOut">
              <a:rPr lang="es-ES" smtClean="0"/>
              <a:t>08/06/2020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99AB914-96E9-4CE4-ACCA-8EAACB83A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5300B84-3142-4C4D-8D68-20175AB22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70B8D-51BA-4225-ABB3-CB22B89B87D1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86431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51CC89-F3E0-4DEC-B320-F961A8D55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D755994-CCBD-4932-8695-7B6B7ED72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51869-DB69-423A-8D59-F9501E7A7B7B}" type="datetimeFigureOut">
              <a:rPr lang="es-ES" smtClean="0"/>
              <a:t>08/06/2020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EA6E1A-3DFF-4128-B45E-FB4C4693B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1600DE8-E577-4204-86F1-3FF287687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70B8D-51BA-4225-ABB3-CB22B89B87D1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09553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DE9A881-BEEF-4BA9-942A-FCFB310E9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51869-DB69-423A-8D59-F9501E7A7B7B}" type="datetimeFigureOut">
              <a:rPr lang="es-ES" smtClean="0"/>
              <a:t>08/06/2020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6A5B638-20E2-4939-97E4-5C9F86C71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82D2FC-A0B4-40E5-B925-5962C573B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70B8D-51BA-4225-ABB3-CB22B89B87D1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60628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333AD5-8DE5-44A5-A447-E2B4F1456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D604DD-3BEA-4F92-94DB-650290E0C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80CE75A-EF41-4B1C-BE1B-BE0C861723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A347C9-30D1-4542-9A4E-9D22168FA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51869-DB69-423A-8D59-F9501E7A7B7B}" type="datetimeFigureOut">
              <a:rPr lang="es-ES" smtClean="0"/>
              <a:t>08/06/2020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BC2A0E5-D304-4F70-80E6-EC4FA7B84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388AF90-EE3C-4260-BD7A-0A3709629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70B8D-51BA-4225-ABB3-CB22B89B87D1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59010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887B1B-09E7-4FD9-AD9E-24D524F09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6AE6BD6-C53E-499D-9EAE-CA3BAF8E92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FC346B0-2E08-4B8D-97D7-DF487B64B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4FFE3A4-961B-4E71-9FEB-583A285F7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51869-DB69-423A-8D59-F9501E7A7B7B}" type="datetimeFigureOut">
              <a:rPr lang="es-ES" smtClean="0"/>
              <a:t>08/06/2020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EFCC71C-777C-4BD7-B76B-D5CA32A6A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39651C2-6601-4FB6-B314-DC7369CC9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70B8D-51BA-4225-ABB3-CB22B89B87D1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7366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3B7602-4023-43CE-8119-D76A9232E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4C7DA59-A68E-496D-99D7-0A5D59C9C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005A54-A1FE-4DE0-B477-80FCD3E3E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51869-DB69-423A-8D59-F9501E7A7B7B}" type="datetimeFigureOut">
              <a:rPr lang="es-ES" smtClean="0"/>
              <a:t>08/06/2020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4E43C4-B433-4EA1-B84A-2F43AEBFE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9521D0-CB04-4560-89E3-CDDD71140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70B8D-51BA-4225-ABB3-CB22B89B87D1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07992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07D9BD5-4356-4789-B843-ED2A55807A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EB4E791-188E-4AB2-A8BB-AD861BFD32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B79D73-1BBF-41FD-9397-0210CBCD9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51869-DB69-423A-8D59-F9501E7A7B7B}" type="datetimeFigureOut">
              <a:rPr lang="es-ES" smtClean="0"/>
              <a:t>08/06/2020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7A914D-FA82-4E05-A31E-9E4CDCF87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CAD73A-505B-4222-8FE2-828952D1C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70B8D-51BA-4225-ABB3-CB22B89B87D1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196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CA27764-CC70-4CFB-9954-8B4A8D595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EF2C570-A501-4E54-B0A5-A2D6CA339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9D525C-8740-4109-8F50-5702F2B089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B51869-DB69-423A-8D59-F9501E7A7B7B}" type="datetimeFigureOut">
              <a:rPr lang="es-ES" smtClean="0"/>
              <a:t>08/06/2020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019CA9-6078-4EA6-8A3C-B8D3449343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57C593-2E57-4BC0-850D-900B8FAA7C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670B8D-51BA-4225-ABB3-CB22B89B87D1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61191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0FC42501-528B-4854-9A11-4A6A07E50E99}"/>
              </a:ext>
            </a:extLst>
          </p:cNvPr>
          <p:cNvSpPr/>
          <p:nvPr/>
        </p:nvSpPr>
        <p:spPr>
          <a:xfrm>
            <a:off x="1288473" y="1593273"/>
            <a:ext cx="1316182" cy="6096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Ingrese usuario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F89F222F-4925-4944-AE44-85D3F071342E}"/>
              </a:ext>
            </a:extLst>
          </p:cNvPr>
          <p:cNvSpPr/>
          <p:nvPr/>
        </p:nvSpPr>
        <p:spPr>
          <a:xfrm>
            <a:off x="1288473" y="2687782"/>
            <a:ext cx="1316182" cy="6096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Ingrese contraseña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5F001CF0-0204-4108-8BE2-DE2BDAA83787}"/>
              </a:ext>
            </a:extLst>
          </p:cNvPr>
          <p:cNvSpPr/>
          <p:nvPr/>
        </p:nvSpPr>
        <p:spPr>
          <a:xfrm>
            <a:off x="1288473" y="3920836"/>
            <a:ext cx="1316182" cy="85898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Presione el botón ingresar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1FA2B2F3-196D-4568-BE21-6E90C73235CF}"/>
              </a:ext>
            </a:extLst>
          </p:cNvPr>
          <p:cNvSpPr/>
          <p:nvPr/>
        </p:nvSpPr>
        <p:spPr>
          <a:xfrm>
            <a:off x="1704109" y="734291"/>
            <a:ext cx="457200" cy="37407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9" name="Conector: angular 8">
            <a:extLst>
              <a:ext uri="{FF2B5EF4-FFF2-40B4-BE49-F238E27FC236}">
                <a16:creationId xmlns:a16="http://schemas.microsoft.com/office/drawing/2014/main" id="{4F2D285A-9B06-4909-842B-DAA5BEDF714D}"/>
              </a:ext>
            </a:extLst>
          </p:cNvPr>
          <p:cNvCxnSpPr>
            <a:cxnSpLocks/>
            <a:stCxn id="7" idx="4"/>
          </p:cNvCxnSpPr>
          <p:nvPr/>
        </p:nvCxnSpPr>
        <p:spPr>
          <a:xfrm rot="16200000" flipH="1">
            <a:off x="1887681" y="1153391"/>
            <a:ext cx="484910" cy="39485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: angular 11">
            <a:extLst>
              <a:ext uri="{FF2B5EF4-FFF2-40B4-BE49-F238E27FC236}">
                <a16:creationId xmlns:a16="http://schemas.microsoft.com/office/drawing/2014/main" id="{BC85AD1D-2C14-4C1E-B22A-AD543F2B1034}"/>
              </a:ext>
            </a:extLst>
          </p:cNvPr>
          <p:cNvCxnSpPr>
            <a:cxnSpLocks/>
          </p:cNvCxnSpPr>
          <p:nvPr/>
        </p:nvCxnSpPr>
        <p:spPr>
          <a:xfrm>
            <a:off x="1524000" y="2202873"/>
            <a:ext cx="803564" cy="484908"/>
          </a:xfrm>
          <a:prstGeom prst="bentConnector3">
            <a:avLst>
              <a:gd name="adj1" fmla="val 5344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: angular 13">
            <a:extLst>
              <a:ext uri="{FF2B5EF4-FFF2-40B4-BE49-F238E27FC236}">
                <a16:creationId xmlns:a16="http://schemas.microsoft.com/office/drawing/2014/main" id="{897C2920-A553-4D0D-9247-83339C4195E7}"/>
              </a:ext>
            </a:extLst>
          </p:cNvPr>
          <p:cNvCxnSpPr>
            <a:cxnSpLocks/>
          </p:cNvCxnSpPr>
          <p:nvPr/>
        </p:nvCxnSpPr>
        <p:spPr>
          <a:xfrm rot="16200000" flipH="1">
            <a:off x="1790699" y="3321627"/>
            <a:ext cx="623454" cy="57496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ACD6B67B-CF68-423D-9975-0F6720CD79FD}"/>
              </a:ext>
            </a:extLst>
          </p:cNvPr>
          <p:cNvSpPr/>
          <p:nvPr/>
        </p:nvSpPr>
        <p:spPr>
          <a:xfrm>
            <a:off x="4759035" y="1373693"/>
            <a:ext cx="1316182" cy="82918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Captura de índice de Usuario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8BB30874-E695-45B5-B986-A9E481605F80}"/>
              </a:ext>
            </a:extLst>
          </p:cNvPr>
          <p:cNvSpPr/>
          <p:nvPr/>
        </p:nvSpPr>
        <p:spPr>
          <a:xfrm>
            <a:off x="4759034" y="4052454"/>
            <a:ext cx="1537855" cy="117080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Mensaje de volver a ingresar “Usuario”</a:t>
            </a:r>
          </a:p>
        </p:txBody>
      </p:sp>
      <p:sp>
        <p:nvSpPr>
          <p:cNvPr id="19" name="Rombo 18">
            <a:extLst>
              <a:ext uri="{FF2B5EF4-FFF2-40B4-BE49-F238E27FC236}">
                <a16:creationId xmlns:a16="http://schemas.microsoft.com/office/drawing/2014/main" id="{0F9E9CED-AFF1-45BF-9580-829028E008CF}"/>
              </a:ext>
            </a:extLst>
          </p:cNvPr>
          <p:cNvSpPr/>
          <p:nvPr/>
        </p:nvSpPr>
        <p:spPr>
          <a:xfrm>
            <a:off x="4876800" y="2563092"/>
            <a:ext cx="1219200" cy="886692"/>
          </a:xfrm>
          <a:prstGeom prst="diamond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B6EEA340-6997-4D00-A07C-41D33265140B}"/>
              </a:ext>
            </a:extLst>
          </p:cNvPr>
          <p:cNvSpPr/>
          <p:nvPr/>
        </p:nvSpPr>
        <p:spPr>
          <a:xfrm>
            <a:off x="7945580" y="1373693"/>
            <a:ext cx="1584607" cy="6096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Usuario Confirmado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C42C99AB-23C5-4DA0-9989-2AA00CC933D7}"/>
              </a:ext>
            </a:extLst>
          </p:cNvPr>
          <p:cNvSpPr/>
          <p:nvPr/>
        </p:nvSpPr>
        <p:spPr>
          <a:xfrm>
            <a:off x="7945579" y="4052454"/>
            <a:ext cx="1584581" cy="93518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Se Nuestra el Menú de Usuario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53576C0C-46C1-4122-AF1F-2B862F72EE88}"/>
              </a:ext>
            </a:extLst>
          </p:cNvPr>
          <p:cNvSpPr/>
          <p:nvPr/>
        </p:nvSpPr>
        <p:spPr>
          <a:xfrm>
            <a:off x="10113821" y="2452255"/>
            <a:ext cx="789706" cy="72043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4917FB3F-5F8F-486E-93E6-7461E8A95EC9}"/>
              </a:ext>
            </a:extLst>
          </p:cNvPr>
          <p:cNvCxnSpPr/>
          <p:nvPr/>
        </p:nvCxnSpPr>
        <p:spPr>
          <a:xfrm>
            <a:off x="3782291" y="734290"/>
            <a:ext cx="0" cy="5306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79AB93DB-184B-414D-8538-AB7CFDEF7A80}"/>
              </a:ext>
            </a:extLst>
          </p:cNvPr>
          <p:cNvCxnSpPr/>
          <p:nvPr/>
        </p:nvCxnSpPr>
        <p:spPr>
          <a:xfrm>
            <a:off x="7121236" y="734291"/>
            <a:ext cx="0" cy="5306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Elipse 32">
            <a:extLst>
              <a:ext uri="{FF2B5EF4-FFF2-40B4-BE49-F238E27FC236}">
                <a16:creationId xmlns:a16="http://schemas.microsoft.com/office/drawing/2014/main" id="{F1D4E3F8-6086-40B7-9D6D-98B3EBA61399}"/>
              </a:ext>
            </a:extLst>
          </p:cNvPr>
          <p:cNvSpPr/>
          <p:nvPr/>
        </p:nvSpPr>
        <p:spPr>
          <a:xfrm>
            <a:off x="8385463" y="5361709"/>
            <a:ext cx="412174" cy="29094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96F9233-D08E-4C34-8BAB-643C3F2734A5}"/>
              </a:ext>
            </a:extLst>
          </p:cNvPr>
          <p:cNvSpPr txBox="1"/>
          <p:nvPr/>
        </p:nvSpPr>
        <p:spPr>
          <a:xfrm>
            <a:off x="1454725" y="401690"/>
            <a:ext cx="1523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USUARIO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8268A99A-0D67-4E46-861D-0C4AE2D76529}"/>
              </a:ext>
            </a:extLst>
          </p:cNvPr>
          <p:cNvSpPr txBox="1"/>
          <p:nvPr/>
        </p:nvSpPr>
        <p:spPr>
          <a:xfrm>
            <a:off x="4447309" y="401690"/>
            <a:ext cx="2060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UI: INICIAR CESION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94CA39F6-A51B-4A5C-B48D-29845C1D8824}"/>
              </a:ext>
            </a:extLst>
          </p:cNvPr>
          <p:cNvSpPr txBox="1"/>
          <p:nvPr/>
        </p:nvSpPr>
        <p:spPr>
          <a:xfrm>
            <a:off x="7786253" y="434048"/>
            <a:ext cx="2060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CC: INICIAR CESION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20DDA78D-E2E3-41AF-AE3D-25510808D4A5}"/>
              </a:ext>
            </a:extLst>
          </p:cNvPr>
          <p:cNvSpPr txBox="1"/>
          <p:nvPr/>
        </p:nvSpPr>
        <p:spPr>
          <a:xfrm>
            <a:off x="4395353" y="2812473"/>
            <a:ext cx="2549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¿Datos Confirmados?</a:t>
            </a:r>
          </a:p>
        </p:txBody>
      </p:sp>
      <p:sp>
        <p:nvSpPr>
          <p:cNvPr id="42" name="Forma libre: forma 41">
            <a:extLst>
              <a:ext uri="{FF2B5EF4-FFF2-40B4-BE49-F238E27FC236}">
                <a16:creationId xmlns:a16="http://schemas.microsoft.com/office/drawing/2014/main" id="{995623E4-06CC-45E1-B394-C97CC8B418E3}"/>
              </a:ext>
            </a:extLst>
          </p:cNvPr>
          <p:cNvSpPr/>
          <p:nvPr/>
        </p:nvSpPr>
        <p:spPr>
          <a:xfrm>
            <a:off x="619082" y="1694776"/>
            <a:ext cx="4257718" cy="3874674"/>
          </a:xfrm>
          <a:custGeom>
            <a:avLst/>
            <a:gdLst>
              <a:gd name="connsiteX0" fmla="*/ 4257718 w 4257718"/>
              <a:gd name="connsiteY0" fmla="*/ 3265151 h 3874674"/>
              <a:gd name="connsiteX1" fmla="*/ 184482 w 4257718"/>
              <a:gd name="connsiteY1" fmla="*/ 3653079 h 3874674"/>
              <a:gd name="connsiteX2" fmla="*/ 697100 w 4257718"/>
              <a:gd name="connsiteY2" fmla="*/ 258715 h 3874674"/>
              <a:gd name="connsiteX3" fmla="*/ 697100 w 4257718"/>
              <a:gd name="connsiteY3" fmla="*/ 217151 h 3874674"/>
              <a:gd name="connsiteX4" fmla="*/ 724809 w 4257718"/>
              <a:gd name="connsiteY4" fmla="*/ 78606 h 3874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7718" h="3874674">
                <a:moveTo>
                  <a:pt x="4257718" y="3265151"/>
                </a:moveTo>
                <a:cubicBezTo>
                  <a:pt x="2517818" y="3709651"/>
                  <a:pt x="777918" y="4154152"/>
                  <a:pt x="184482" y="3653079"/>
                </a:cubicBezTo>
                <a:cubicBezTo>
                  <a:pt x="-408954" y="3152006"/>
                  <a:pt x="611664" y="831370"/>
                  <a:pt x="697100" y="258715"/>
                </a:cubicBezTo>
                <a:cubicBezTo>
                  <a:pt x="782536" y="-313940"/>
                  <a:pt x="692482" y="247169"/>
                  <a:pt x="697100" y="217151"/>
                </a:cubicBezTo>
                <a:cubicBezTo>
                  <a:pt x="701718" y="187133"/>
                  <a:pt x="713263" y="132869"/>
                  <a:pt x="724809" y="78606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44" name="Conector: angular 43">
            <a:extLst>
              <a:ext uri="{FF2B5EF4-FFF2-40B4-BE49-F238E27FC236}">
                <a16:creationId xmlns:a16="http://schemas.microsoft.com/office/drawing/2014/main" id="{B90BB6BF-8735-46E0-A30F-282BA03EA9B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438580" y="2199592"/>
            <a:ext cx="2536752" cy="210415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286AA21F-A43C-4ED8-9484-35649CA30DE7}"/>
              </a:ext>
            </a:extLst>
          </p:cNvPr>
          <p:cNvCxnSpPr>
            <a:cxnSpLocks/>
            <a:stCxn id="17" idx="2"/>
            <a:endCxn id="19" idx="0"/>
          </p:cNvCxnSpPr>
          <p:nvPr/>
        </p:nvCxnSpPr>
        <p:spPr>
          <a:xfrm>
            <a:off x="5417126" y="2202875"/>
            <a:ext cx="69274" cy="3602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de flecha 53">
            <a:extLst>
              <a:ext uri="{FF2B5EF4-FFF2-40B4-BE49-F238E27FC236}">
                <a16:creationId xmlns:a16="http://schemas.microsoft.com/office/drawing/2014/main" id="{0F9F41D6-6D28-4C14-B2F2-4D268F692678}"/>
              </a:ext>
            </a:extLst>
          </p:cNvPr>
          <p:cNvCxnSpPr>
            <a:cxnSpLocks/>
            <a:stCxn id="19" idx="2"/>
            <a:endCxn id="18" idx="0"/>
          </p:cNvCxnSpPr>
          <p:nvPr/>
        </p:nvCxnSpPr>
        <p:spPr>
          <a:xfrm>
            <a:off x="5486400" y="3449784"/>
            <a:ext cx="41562" cy="602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uadroTexto 55">
            <a:extLst>
              <a:ext uri="{FF2B5EF4-FFF2-40B4-BE49-F238E27FC236}">
                <a16:creationId xmlns:a16="http://schemas.microsoft.com/office/drawing/2014/main" id="{BAC5B94F-3B48-4CCF-8021-2CB6F106C869}"/>
              </a:ext>
            </a:extLst>
          </p:cNvPr>
          <p:cNvSpPr txBox="1"/>
          <p:nvPr/>
        </p:nvSpPr>
        <p:spPr>
          <a:xfrm>
            <a:off x="4876798" y="3609108"/>
            <a:ext cx="699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[NO]</a:t>
            </a:r>
          </a:p>
        </p:txBody>
      </p:sp>
      <p:cxnSp>
        <p:nvCxnSpPr>
          <p:cNvPr id="58" name="Conector: angular 57">
            <a:extLst>
              <a:ext uri="{FF2B5EF4-FFF2-40B4-BE49-F238E27FC236}">
                <a16:creationId xmlns:a16="http://schemas.microsoft.com/office/drawing/2014/main" id="{A262F9B9-AF60-459C-BCCD-E7EA22D7E6B2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6096000" y="1678493"/>
            <a:ext cx="1849580" cy="1314090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69D13E08-CF03-4432-A583-04E0E706009C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 flipH="1">
            <a:off x="8737870" y="1983293"/>
            <a:ext cx="14" cy="2069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de flecha 63">
            <a:extLst>
              <a:ext uri="{FF2B5EF4-FFF2-40B4-BE49-F238E27FC236}">
                <a16:creationId xmlns:a16="http://schemas.microsoft.com/office/drawing/2014/main" id="{D4B61895-F4FE-4094-9C5A-35792F9BDB06}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8591550" y="4987635"/>
            <a:ext cx="0" cy="3740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cto de flecha 66">
            <a:extLst>
              <a:ext uri="{FF2B5EF4-FFF2-40B4-BE49-F238E27FC236}">
                <a16:creationId xmlns:a16="http://schemas.microsoft.com/office/drawing/2014/main" id="{0A0BD2AC-D2A7-4D33-B3F6-175C387E55B3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9530160" y="1983293"/>
            <a:ext cx="699311" cy="574467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9" name="CuadroTexto 68">
            <a:extLst>
              <a:ext uri="{FF2B5EF4-FFF2-40B4-BE49-F238E27FC236}">
                <a16:creationId xmlns:a16="http://schemas.microsoft.com/office/drawing/2014/main" id="{729C55B8-AE12-4A86-9D64-A338724D1511}"/>
              </a:ext>
            </a:extLst>
          </p:cNvPr>
          <p:cNvSpPr txBox="1"/>
          <p:nvPr/>
        </p:nvSpPr>
        <p:spPr>
          <a:xfrm>
            <a:off x="9649713" y="2557760"/>
            <a:ext cx="1690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ID_Travajadores</a:t>
            </a:r>
          </a:p>
        </p:txBody>
      </p:sp>
    </p:spTree>
    <p:extLst>
      <p:ext uri="{BB962C8B-B14F-4D97-AF65-F5344CB8AC3E}">
        <p14:creationId xmlns:p14="http://schemas.microsoft.com/office/powerpoint/2010/main" val="3879854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EEE4A471-B2C4-4E45-A3C0-18C4C77366AD}"/>
              </a:ext>
            </a:extLst>
          </p:cNvPr>
          <p:cNvSpPr/>
          <p:nvPr/>
        </p:nvSpPr>
        <p:spPr>
          <a:xfrm>
            <a:off x="1191491" y="1299729"/>
            <a:ext cx="1413164" cy="74641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Seleccionar pestaña  “categorías”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FD31B4B0-A977-4E88-B6A4-3AA931C8D15C}"/>
              </a:ext>
            </a:extLst>
          </p:cNvPr>
          <p:cNvSpPr/>
          <p:nvPr/>
        </p:nvSpPr>
        <p:spPr>
          <a:xfrm>
            <a:off x="1025236" y="2690377"/>
            <a:ext cx="1579419" cy="85638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Se </a:t>
            </a:r>
            <a:r>
              <a:rPr lang="es-ES" dirty="0" err="1"/>
              <a:t>mustra</a:t>
            </a:r>
            <a:r>
              <a:rPr lang="es-ES" dirty="0"/>
              <a:t> el interfaz de registró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61FD0228-FA40-4C2C-B226-3F3CFE26B869}"/>
              </a:ext>
            </a:extLst>
          </p:cNvPr>
          <p:cNvSpPr/>
          <p:nvPr/>
        </p:nvSpPr>
        <p:spPr>
          <a:xfrm>
            <a:off x="1132608" y="3900055"/>
            <a:ext cx="1413164" cy="82908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Ingresa el nombre de la categoría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7900182C-D9BB-4E52-971A-B69EA6F68893}"/>
              </a:ext>
            </a:extLst>
          </p:cNvPr>
          <p:cNvSpPr/>
          <p:nvPr/>
        </p:nvSpPr>
        <p:spPr>
          <a:xfrm>
            <a:off x="1191491" y="4976380"/>
            <a:ext cx="1413164" cy="82908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Presione el botón guardar 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339490D1-C874-4249-AE80-668F6B005366}"/>
              </a:ext>
            </a:extLst>
          </p:cNvPr>
          <p:cNvSpPr/>
          <p:nvPr/>
        </p:nvSpPr>
        <p:spPr>
          <a:xfrm>
            <a:off x="4225635" y="5946198"/>
            <a:ext cx="2092037" cy="58189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Mensaje de vuelve a ingresar campos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16F5DFCD-60A5-45C8-A5E1-282BD53E0B13}"/>
              </a:ext>
            </a:extLst>
          </p:cNvPr>
          <p:cNvSpPr/>
          <p:nvPr/>
        </p:nvSpPr>
        <p:spPr>
          <a:xfrm>
            <a:off x="4225636" y="3852422"/>
            <a:ext cx="1413164" cy="58189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Ingrese sub categoría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367DE8CC-84E4-40B7-9EAE-4D320BEBB108}"/>
              </a:ext>
            </a:extLst>
          </p:cNvPr>
          <p:cNvSpPr/>
          <p:nvPr/>
        </p:nvSpPr>
        <p:spPr>
          <a:xfrm>
            <a:off x="4225635" y="2658335"/>
            <a:ext cx="1579409" cy="77066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Seleccione la categoría registrada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FBB8D70D-C14C-42AA-9516-D6A4BBD1F061}"/>
              </a:ext>
            </a:extLst>
          </p:cNvPr>
          <p:cNvSpPr/>
          <p:nvPr/>
        </p:nvSpPr>
        <p:spPr>
          <a:xfrm>
            <a:off x="4225636" y="1464248"/>
            <a:ext cx="1413164" cy="58189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Categoría registrada</a:t>
            </a:r>
          </a:p>
        </p:txBody>
      </p:sp>
      <p:sp>
        <p:nvSpPr>
          <p:cNvPr id="13" name="Rombo 12">
            <a:extLst>
              <a:ext uri="{FF2B5EF4-FFF2-40B4-BE49-F238E27FC236}">
                <a16:creationId xmlns:a16="http://schemas.microsoft.com/office/drawing/2014/main" id="{927A64E2-24FF-47AE-B116-20B105DE1566}"/>
              </a:ext>
            </a:extLst>
          </p:cNvPr>
          <p:cNvSpPr/>
          <p:nvPr/>
        </p:nvSpPr>
        <p:spPr>
          <a:xfrm>
            <a:off x="4440381" y="4767692"/>
            <a:ext cx="983673" cy="845127"/>
          </a:xfrm>
          <a:prstGeom prst="diamond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10680579-0E2B-4BD1-B3CB-F2F2AB38E2AB}"/>
              </a:ext>
            </a:extLst>
          </p:cNvPr>
          <p:cNvSpPr/>
          <p:nvPr/>
        </p:nvSpPr>
        <p:spPr>
          <a:xfrm>
            <a:off x="8686799" y="4230830"/>
            <a:ext cx="1523990" cy="74555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Se lista categorías ingresada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E84E8658-66E3-4949-92A0-86FE642FF774}"/>
              </a:ext>
            </a:extLst>
          </p:cNvPr>
          <p:cNvSpPr/>
          <p:nvPr/>
        </p:nvSpPr>
        <p:spPr>
          <a:xfrm>
            <a:off x="8610600" y="2859228"/>
            <a:ext cx="1523991" cy="58189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Categoría ingresada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EA28CB41-DD65-4942-9A3A-94E22879D24A}"/>
              </a:ext>
            </a:extLst>
          </p:cNvPr>
          <p:cNvSpPr/>
          <p:nvPr/>
        </p:nvSpPr>
        <p:spPr>
          <a:xfrm>
            <a:off x="8977746" y="1253846"/>
            <a:ext cx="997528" cy="9906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A84AE3C1-7AA3-41C6-B773-60CB3C244667}"/>
              </a:ext>
            </a:extLst>
          </p:cNvPr>
          <p:cNvSpPr/>
          <p:nvPr/>
        </p:nvSpPr>
        <p:spPr>
          <a:xfrm>
            <a:off x="9476510" y="5612819"/>
            <a:ext cx="457200" cy="33337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86103CC6-4966-4510-B925-5DFA93343B76}"/>
              </a:ext>
            </a:extLst>
          </p:cNvPr>
          <p:cNvSpPr/>
          <p:nvPr/>
        </p:nvSpPr>
        <p:spPr>
          <a:xfrm>
            <a:off x="1759527" y="748145"/>
            <a:ext cx="304800" cy="30046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9FC96968-8908-4ADD-89EE-349E410D68AA}"/>
              </a:ext>
            </a:extLst>
          </p:cNvPr>
          <p:cNvCxnSpPr>
            <a:cxnSpLocks/>
            <a:stCxn id="19" idx="4"/>
            <a:endCxn id="4" idx="0"/>
          </p:cNvCxnSpPr>
          <p:nvPr/>
        </p:nvCxnSpPr>
        <p:spPr>
          <a:xfrm flipH="1">
            <a:off x="1898073" y="1048611"/>
            <a:ext cx="13854" cy="2511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8461D67B-4A94-4351-8CD8-0613F6E74798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1814946" y="2046140"/>
            <a:ext cx="83127" cy="6442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E58322E6-FF69-42F6-B666-8ACC8A160CF7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1814946" y="3546764"/>
            <a:ext cx="24244" cy="3532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1D1F30B2-4C95-41A0-990E-2C7AE7BC4043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1839190" y="4729141"/>
            <a:ext cx="58883" cy="247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92A7569E-09C4-4B02-8F6B-823FB8DCF5DA}"/>
              </a:ext>
            </a:extLst>
          </p:cNvPr>
          <p:cNvCxnSpPr>
            <a:cxnSpLocks/>
          </p:cNvCxnSpPr>
          <p:nvPr/>
        </p:nvCxnSpPr>
        <p:spPr>
          <a:xfrm flipV="1">
            <a:off x="2604655" y="1881621"/>
            <a:ext cx="1620981" cy="32445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4819F566-C4C1-4042-BB31-9239973BBE6D}"/>
              </a:ext>
            </a:extLst>
          </p:cNvPr>
          <p:cNvCxnSpPr/>
          <p:nvPr/>
        </p:nvCxnSpPr>
        <p:spPr>
          <a:xfrm>
            <a:off x="3629891" y="282281"/>
            <a:ext cx="0" cy="63730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1DF0F659-6163-4F62-83F3-119873F183E2}"/>
              </a:ext>
            </a:extLst>
          </p:cNvPr>
          <p:cNvCxnSpPr/>
          <p:nvPr/>
        </p:nvCxnSpPr>
        <p:spPr>
          <a:xfrm>
            <a:off x="7370618" y="282281"/>
            <a:ext cx="0" cy="63730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5AD15535-A75D-44AD-8F8E-83311FA522DB}"/>
              </a:ext>
            </a:extLst>
          </p:cNvPr>
          <p:cNvCxnSpPr>
            <a:cxnSpLocks/>
            <a:stCxn id="12" idx="2"/>
            <a:endCxn id="11" idx="0"/>
          </p:cNvCxnSpPr>
          <p:nvPr/>
        </p:nvCxnSpPr>
        <p:spPr>
          <a:xfrm>
            <a:off x="4932218" y="2046139"/>
            <a:ext cx="83122" cy="6121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CE032BDF-6B50-4D2D-8501-0AAD2864AE21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4946072" y="3429000"/>
            <a:ext cx="69268" cy="423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0B4C8542-1599-4247-9A2B-22093BC2775F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4932218" y="4434313"/>
            <a:ext cx="0" cy="333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412C28C3-3D85-465F-8DA3-32A9AADA1130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4932218" y="5558271"/>
            <a:ext cx="339436" cy="3879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: angular 47">
            <a:extLst>
              <a:ext uri="{FF2B5EF4-FFF2-40B4-BE49-F238E27FC236}">
                <a16:creationId xmlns:a16="http://schemas.microsoft.com/office/drawing/2014/main" id="{D1DE95E7-88BA-4FA0-A8BE-391EF796B146}"/>
              </a:ext>
            </a:extLst>
          </p:cNvPr>
          <p:cNvCxnSpPr>
            <a:cxnSpLocks/>
            <a:stCxn id="13" idx="3"/>
            <a:endCxn id="16" idx="1"/>
          </p:cNvCxnSpPr>
          <p:nvPr/>
        </p:nvCxnSpPr>
        <p:spPr>
          <a:xfrm flipV="1">
            <a:off x="5424054" y="3150174"/>
            <a:ext cx="3186546" cy="204008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6FFB7395-7E55-4D4B-95E5-DD37F8D4ED1D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9407235" y="3429000"/>
            <a:ext cx="41559" cy="801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A3F78B86-67EC-419C-9A3E-D24A4A1429DE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9677401" y="4817048"/>
            <a:ext cx="27709" cy="795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: angular 55">
            <a:extLst>
              <a:ext uri="{FF2B5EF4-FFF2-40B4-BE49-F238E27FC236}">
                <a16:creationId xmlns:a16="http://schemas.microsoft.com/office/drawing/2014/main" id="{FBA85BB0-6CA6-46BB-8980-8C9D7AECE31E}"/>
              </a:ext>
            </a:extLst>
          </p:cNvPr>
          <p:cNvCxnSpPr>
            <a:cxnSpLocks/>
            <a:stCxn id="16" idx="3"/>
            <a:endCxn id="17" idx="6"/>
          </p:cNvCxnSpPr>
          <p:nvPr/>
        </p:nvCxnSpPr>
        <p:spPr>
          <a:xfrm flipH="1" flipV="1">
            <a:off x="9975274" y="1749146"/>
            <a:ext cx="159317" cy="1401028"/>
          </a:xfrm>
          <a:prstGeom prst="bentConnector3">
            <a:avLst>
              <a:gd name="adj1" fmla="val -143488"/>
            </a:avLst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2" name="CuadroTexto 61">
            <a:extLst>
              <a:ext uri="{FF2B5EF4-FFF2-40B4-BE49-F238E27FC236}">
                <a16:creationId xmlns:a16="http://schemas.microsoft.com/office/drawing/2014/main" id="{86F64EB5-39D8-41BD-9A33-3237A9222600}"/>
              </a:ext>
            </a:extLst>
          </p:cNvPr>
          <p:cNvSpPr txBox="1"/>
          <p:nvPr/>
        </p:nvSpPr>
        <p:spPr>
          <a:xfrm>
            <a:off x="512624" y="282281"/>
            <a:ext cx="263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El encargado de registrar</a:t>
            </a:r>
          </a:p>
        </p:txBody>
      </p:sp>
      <p:sp>
        <p:nvSpPr>
          <p:cNvPr id="70" name="Forma libre: forma 69">
            <a:extLst>
              <a:ext uri="{FF2B5EF4-FFF2-40B4-BE49-F238E27FC236}">
                <a16:creationId xmlns:a16="http://schemas.microsoft.com/office/drawing/2014/main" id="{58B343D7-D1A7-44DA-BE49-B93C06C34207}"/>
              </a:ext>
            </a:extLst>
          </p:cNvPr>
          <p:cNvSpPr/>
          <p:nvPr/>
        </p:nvSpPr>
        <p:spPr>
          <a:xfrm>
            <a:off x="229627" y="3109789"/>
            <a:ext cx="3982155" cy="3369709"/>
          </a:xfrm>
          <a:custGeom>
            <a:avLst/>
            <a:gdLst>
              <a:gd name="connsiteX0" fmla="*/ 3982155 w 3982155"/>
              <a:gd name="connsiteY0" fmla="*/ 3166320 h 3369709"/>
              <a:gd name="connsiteX1" fmla="*/ 352264 w 3982155"/>
              <a:gd name="connsiteY1" fmla="*/ 3069338 h 3369709"/>
              <a:gd name="connsiteX2" fmla="*/ 199864 w 3982155"/>
              <a:gd name="connsiteY2" fmla="*/ 298429 h 3369709"/>
              <a:gd name="connsiteX3" fmla="*/ 878737 w 3982155"/>
              <a:gd name="connsiteY3" fmla="*/ 76756 h 3369709"/>
              <a:gd name="connsiteX4" fmla="*/ 878737 w 3982155"/>
              <a:gd name="connsiteY4" fmla="*/ 76756 h 3369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82155" h="3369709">
                <a:moveTo>
                  <a:pt x="3982155" y="3166320"/>
                </a:moveTo>
                <a:cubicBezTo>
                  <a:pt x="2482400" y="3356820"/>
                  <a:pt x="982646" y="3547320"/>
                  <a:pt x="352264" y="3069338"/>
                </a:cubicBezTo>
                <a:cubicBezTo>
                  <a:pt x="-278118" y="2591356"/>
                  <a:pt x="112118" y="797193"/>
                  <a:pt x="199864" y="298429"/>
                </a:cubicBezTo>
                <a:cubicBezTo>
                  <a:pt x="287609" y="-200335"/>
                  <a:pt x="878737" y="76756"/>
                  <a:pt x="878737" y="76756"/>
                </a:cubicBezTo>
                <a:lnTo>
                  <a:pt x="878737" y="76756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04A9EA94-FABD-4564-8168-D0D8D75E1DAA}"/>
              </a:ext>
            </a:extLst>
          </p:cNvPr>
          <p:cNvSpPr txBox="1"/>
          <p:nvPr/>
        </p:nvSpPr>
        <p:spPr>
          <a:xfrm>
            <a:off x="3882739" y="4778116"/>
            <a:ext cx="2514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¿campos completados?</a:t>
            </a: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E79023F7-F5C7-4524-BCE6-EDC446C3876A}"/>
              </a:ext>
            </a:extLst>
          </p:cNvPr>
          <p:cNvSpPr txBox="1"/>
          <p:nvPr/>
        </p:nvSpPr>
        <p:spPr>
          <a:xfrm>
            <a:off x="4204852" y="370417"/>
            <a:ext cx="2680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UI: Encargado de registro</a:t>
            </a: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2CB8286F-84B9-4066-BAE0-AEE32D0B7F35}"/>
              </a:ext>
            </a:extLst>
          </p:cNvPr>
          <p:cNvSpPr txBox="1"/>
          <p:nvPr/>
        </p:nvSpPr>
        <p:spPr>
          <a:xfrm>
            <a:off x="8382000" y="370417"/>
            <a:ext cx="2618508" cy="377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Id encargado de registro</a:t>
            </a: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CF1E6698-BFE8-4703-895F-F8D17EA547CD}"/>
              </a:ext>
            </a:extLst>
          </p:cNvPr>
          <p:cNvSpPr txBox="1"/>
          <p:nvPr/>
        </p:nvSpPr>
        <p:spPr>
          <a:xfrm>
            <a:off x="6546264" y="4824950"/>
            <a:ext cx="484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[SI]</a:t>
            </a:r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68E8D952-A637-4579-923F-0ECEC1D50E96}"/>
              </a:ext>
            </a:extLst>
          </p:cNvPr>
          <p:cNvSpPr txBox="1"/>
          <p:nvPr/>
        </p:nvSpPr>
        <p:spPr>
          <a:xfrm>
            <a:off x="4232563" y="5612819"/>
            <a:ext cx="678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[NO]</a:t>
            </a:r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E4B97544-7904-46A2-8982-86D994A83C51}"/>
              </a:ext>
            </a:extLst>
          </p:cNvPr>
          <p:cNvSpPr txBox="1"/>
          <p:nvPr/>
        </p:nvSpPr>
        <p:spPr>
          <a:xfrm>
            <a:off x="8769931" y="1265749"/>
            <a:ext cx="1523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ID_categorias</a:t>
            </a:r>
          </a:p>
        </p:txBody>
      </p:sp>
    </p:spTree>
    <p:extLst>
      <p:ext uri="{BB962C8B-B14F-4D97-AF65-F5344CB8AC3E}">
        <p14:creationId xmlns:p14="http://schemas.microsoft.com/office/powerpoint/2010/main" val="26172845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116</Words>
  <Application>Microsoft Office PowerPoint</Application>
  <PresentationFormat>Panorámica</PresentationFormat>
  <Paragraphs>30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TuSoft</dc:creator>
  <cp:lastModifiedBy>TuSoft</cp:lastModifiedBy>
  <cp:revision>11</cp:revision>
  <dcterms:created xsi:type="dcterms:W3CDTF">2020-06-08T17:47:42Z</dcterms:created>
  <dcterms:modified xsi:type="dcterms:W3CDTF">2020-06-08T13:44:17Z</dcterms:modified>
</cp:coreProperties>
</file>